
<file path=[Content_Types].xml><?xml version="1.0" encoding="utf-8"?>
<Types xmlns="http://schemas.openxmlformats.org/package/2006/content-types">
  <Default Extension="png" ContentType="image/png"/>
  <Default Extension="jpeg" ContentType="image/jpeg"/>
  <Default Extension="wmf" ContentType="image/x-wmf"/>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648" r:id="rId1"/>
  </p:sldMasterIdLst>
  <p:notesMasterIdLst>
    <p:notesMasterId r:id="rId32"/>
  </p:notesMasterIdLst>
  <p:sldIdLst>
    <p:sldId id="256" r:id="rId2"/>
    <p:sldId id="289" r:id="rId3"/>
    <p:sldId id="269" r:id="rId4"/>
    <p:sldId id="315" r:id="rId5"/>
    <p:sldId id="290" r:id="rId6"/>
    <p:sldId id="291" r:id="rId7"/>
    <p:sldId id="292" r:id="rId8"/>
    <p:sldId id="293" r:id="rId9"/>
    <p:sldId id="314" r:id="rId10"/>
    <p:sldId id="316" r:id="rId11"/>
    <p:sldId id="294" r:id="rId12"/>
    <p:sldId id="295" r:id="rId13"/>
    <p:sldId id="296" r:id="rId14"/>
    <p:sldId id="297" r:id="rId15"/>
    <p:sldId id="298" r:id="rId16"/>
    <p:sldId id="299" r:id="rId17"/>
    <p:sldId id="300" r:id="rId18"/>
    <p:sldId id="301" r:id="rId19"/>
    <p:sldId id="302" r:id="rId20"/>
    <p:sldId id="303" r:id="rId21"/>
    <p:sldId id="304" r:id="rId22"/>
    <p:sldId id="305" r:id="rId23"/>
    <p:sldId id="306" r:id="rId24"/>
    <p:sldId id="307" r:id="rId25"/>
    <p:sldId id="308" r:id="rId26"/>
    <p:sldId id="313" r:id="rId27"/>
    <p:sldId id="312" r:id="rId28"/>
    <p:sldId id="309" r:id="rId29"/>
    <p:sldId id="310" r:id="rId30"/>
    <p:sldId id="311" r:id="rId31"/>
  </p:sldIdLst>
  <p:sldSz cx="9144000" cy="6858000" type="screen4x3"/>
  <p:notesSz cx="6858000" cy="9144000"/>
  <p:defaultTextStyle>
    <a:defPPr>
      <a:defRPr lang="ar-YE"/>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4380"/>
    <p:restoredTop sz="94660"/>
  </p:normalViewPr>
  <p:slideViewPr>
    <p:cSldViewPr>
      <p:cViewPr varScale="1">
        <p:scale>
          <a:sx n="52" d="100"/>
          <a:sy n="52" d="100"/>
        </p:scale>
        <p:origin x="48" y="48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3886200" y="0"/>
            <a:ext cx="2971800" cy="457200"/>
          </a:xfrm>
          <a:prstGeom prst="rect">
            <a:avLst/>
          </a:prstGeom>
        </p:spPr>
        <p:txBody>
          <a:bodyPr vert="horz" lIns="91440" tIns="45720" rIns="91440" bIns="45720" rtlCol="1"/>
          <a:lstStyle>
            <a:lvl1pPr algn="r">
              <a:defRPr sz="1200"/>
            </a:lvl1pPr>
          </a:lstStyle>
          <a:p>
            <a:endParaRPr lang="ar-YE"/>
          </a:p>
        </p:txBody>
      </p:sp>
      <p:sp>
        <p:nvSpPr>
          <p:cNvPr id="3" name="Date Placeholder 2"/>
          <p:cNvSpPr>
            <a:spLocks noGrp="1"/>
          </p:cNvSpPr>
          <p:nvPr>
            <p:ph type="dt" idx="1"/>
          </p:nvPr>
        </p:nvSpPr>
        <p:spPr>
          <a:xfrm>
            <a:off x="1588" y="0"/>
            <a:ext cx="2971800" cy="457200"/>
          </a:xfrm>
          <a:prstGeom prst="rect">
            <a:avLst/>
          </a:prstGeom>
        </p:spPr>
        <p:txBody>
          <a:bodyPr vert="horz" lIns="91440" tIns="45720" rIns="91440" bIns="45720" rtlCol="1"/>
          <a:lstStyle>
            <a:lvl1pPr algn="l">
              <a:defRPr sz="1200"/>
            </a:lvl1pPr>
          </a:lstStyle>
          <a:p>
            <a:fld id="{EC474917-7105-4C25-A512-6E026823641C}" type="datetimeFigureOut">
              <a:rPr lang="ar-YE" smtClean="0"/>
              <a:pPr/>
              <a:t>05/04/1434</a:t>
            </a:fld>
            <a:endParaRPr lang="ar-YE"/>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1" anchor="ctr"/>
          <a:lstStyle/>
          <a:p>
            <a:endParaRPr lang="ar-YE"/>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1">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ar-YE"/>
          </a:p>
        </p:txBody>
      </p:sp>
      <p:sp>
        <p:nvSpPr>
          <p:cNvPr id="6" name="Footer Placeholder 5"/>
          <p:cNvSpPr>
            <a:spLocks noGrp="1"/>
          </p:cNvSpPr>
          <p:nvPr>
            <p:ph type="ftr" sz="quarter" idx="4"/>
          </p:nvPr>
        </p:nvSpPr>
        <p:spPr>
          <a:xfrm>
            <a:off x="3886200" y="8685213"/>
            <a:ext cx="2971800" cy="457200"/>
          </a:xfrm>
          <a:prstGeom prst="rect">
            <a:avLst/>
          </a:prstGeom>
        </p:spPr>
        <p:txBody>
          <a:bodyPr vert="horz" lIns="91440" tIns="45720" rIns="91440" bIns="45720" rtlCol="1" anchor="b"/>
          <a:lstStyle>
            <a:lvl1pPr algn="r">
              <a:defRPr sz="1200"/>
            </a:lvl1pPr>
          </a:lstStyle>
          <a:p>
            <a:endParaRPr lang="ar-YE"/>
          </a:p>
        </p:txBody>
      </p:sp>
      <p:sp>
        <p:nvSpPr>
          <p:cNvPr id="7" name="Slide Number Placeholder 6"/>
          <p:cNvSpPr>
            <a:spLocks noGrp="1"/>
          </p:cNvSpPr>
          <p:nvPr>
            <p:ph type="sldNum" sz="quarter" idx="5"/>
          </p:nvPr>
        </p:nvSpPr>
        <p:spPr>
          <a:xfrm>
            <a:off x="1588" y="8685213"/>
            <a:ext cx="2971800" cy="457200"/>
          </a:xfrm>
          <a:prstGeom prst="rect">
            <a:avLst/>
          </a:prstGeom>
        </p:spPr>
        <p:txBody>
          <a:bodyPr vert="horz" lIns="91440" tIns="45720" rIns="91440" bIns="45720" rtlCol="1" anchor="b"/>
          <a:lstStyle>
            <a:lvl1pPr algn="l">
              <a:defRPr sz="1200"/>
            </a:lvl1pPr>
          </a:lstStyle>
          <a:p>
            <a:fld id="{A67578C4-2301-45C3-B774-BE11507FB602}" type="slidenum">
              <a:rPr lang="ar-YE" smtClean="0"/>
              <a:pPr/>
              <a:t>‹#›</a:t>
            </a:fld>
            <a:endParaRPr lang="ar-YE"/>
          </a:p>
        </p:txBody>
      </p:sp>
    </p:spTree>
    <p:extLst>
      <p:ext uri="{BB962C8B-B14F-4D97-AF65-F5344CB8AC3E}">
        <p14:creationId xmlns:p14="http://schemas.microsoft.com/office/powerpoint/2010/main" val="417393445"/>
      </p:ext>
    </p:extLst>
  </p:cSld>
  <p:clrMap bg1="lt1" tx1="dk1" bg2="lt2" tx2="dk2" accent1="accent1" accent2="accent2" accent3="accent3" accent4="accent4" accent5="accent5" accent6="accent6" hlink="hlink" folHlink="folHlink"/>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ar-YE" dirty="0"/>
          </a:p>
        </p:txBody>
      </p:sp>
      <p:sp>
        <p:nvSpPr>
          <p:cNvPr id="4" name="Slide Number Placeholder 3"/>
          <p:cNvSpPr>
            <a:spLocks noGrp="1"/>
          </p:cNvSpPr>
          <p:nvPr>
            <p:ph type="sldNum" sz="quarter" idx="10"/>
          </p:nvPr>
        </p:nvSpPr>
        <p:spPr/>
        <p:txBody>
          <a:bodyPr/>
          <a:lstStyle/>
          <a:p>
            <a:fld id="{A67578C4-2301-45C3-B774-BE11507FB602}" type="slidenum">
              <a:rPr lang="ar-YE" smtClean="0"/>
              <a:pPr/>
              <a:t>12</a:t>
            </a:fld>
            <a:endParaRPr lang="ar-YE"/>
          </a:p>
        </p:txBody>
      </p:sp>
    </p:spTree>
    <p:extLst>
      <p:ext uri="{BB962C8B-B14F-4D97-AF65-F5344CB8AC3E}">
        <p14:creationId xmlns:p14="http://schemas.microsoft.com/office/powerpoint/2010/main" val="18603786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ar-YE" dirty="0"/>
          </a:p>
        </p:txBody>
      </p:sp>
      <p:sp>
        <p:nvSpPr>
          <p:cNvPr id="4" name="Slide Number Placeholder 3"/>
          <p:cNvSpPr>
            <a:spLocks noGrp="1"/>
          </p:cNvSpPr>
          <p:nvPr>
            <p:ph type="sldNum" sz="quarter" idx="10"/>
          </p:nvPr>
        </p:nvSpPr>
        <p:spPr/>
        <p:txBody>
          <a:bodyPr/>
          <a:lstStyle/>
          <a:p>
            <a:fld id="{A67578C4-2301-45C3-B774-BE11507FB602}" type="slidenum">
              <a:rPr lang="ar-YE" smtClean="0"/>
              <a:pPr/>
              <a:t>25</a:t>
            </a:fld>
            <a:endParaRPr lang="ar-YE"/>
          </a:p>
        </p:txBody>
      </p:sp>
    </p:spTree>
    <p:extLst>
      <p:ext uri="{BB962C8B-B14F-4D97-AF65-F5344CB8AC3E}">
        <p14:creationId xmlns:p14="http://schemas.microsoft.com/office/powerpoint/2010/main" val="12474624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ar-YE"/>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ar-YE"/>
          </a:p>
        </p:txBody>
      </p:sp>
      <p:sp>
        <p:nvSpPr>
          <p:cNvPr id="4" name="Date Placeholder 3"/>
          <p:cNvSpPr>
            <a:spLocks noGrp="1"/>
          </p:cNvSpPr>
          <p:nvPr>
            <p:ph type="dt" sz="half" idx="10"/>
          </p:nvPr>
        </p:nvSpPr>
        <p:spPr/>
        <p:txBody>
          <a:bodyPr/>
          <a:lstStyle/>
          <a:p>
            <a:fld id="{9BECB363-0EF1-473D-BA50-BD5C825620BB}" type="datetimeFigureOut">
              <a:rPr lang="ar-YE" smtClean="0"/>
              <a:pPr/>
              <a:t>05/04/1434</a:t>
            </a:fld>
            <a:endParaRPr lang="ar-YE"/>
          </a:p>
        </p:txBody>
      </p:sp>
      <p:sp>
        <p:nvSpPr>
          <p:cNvPr id="5" name="Footer Placeholder 4"/>
          <p:cNvSpPr>
            <a:spLocks noGrp="1"/>
          </p:cNvSpPr>
          <p:nvPr>
            <p:ph type="ftr" sz="quarter" idx="11"/>
          </p:nvPr>
        </p:nvSpPr>
        <p:spPr/>
        <p:txBody>
          <a:bodyPr/>
          <a:lstStyle/>
          <a:p>
            <a:endParaRPr lang="ar-YE"/>
          </a:p>
        </p:txBody>
      </p:sp>
      <p:sp>
        <p:nvSpPr>
          <p:cNvPr id="6" name="Slide Number Placeholder 5"/>
          <p:cNvSpPr>
            <a:spLocks noGrp="1"/>
          </p:cNvSpPr>
          <p:nvPr>
            <p:ph type="sldNum" sz="quarter" idx="12"/>
          </p:nvPr>
        </p:nvSpPr>
        <p:spPr/>
        <p:txBody>
          <a:bodyPr/>
          <a:lstStyle/>
          <a:p>
            <a:fld id="{54A59EC4-6BF5-4569-AB0E-15C3940B0298}" type="slidenum">
              <a:rPr lang="ar-YE" smtClean="0"/>
              <a:pPr/>
              <a:t>‹#›</a:t>
            </a:fld>
            <a:endParaRPr lang="ar-Y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ar-YE"/>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ar-YE"/>
          </a:p>
        </p:txBody>
      </p:sp>
      <p:sp>
        <p:nvSpPr>
          <p:cNvPr id="4" name="Date Placeholder 3"/>
          <p:cNvSpPr>
            <a:spLocks noGrp="1"/>
          </p:cNvSpPr>
          <p:nvPr>
            <p:ph type="dt" sz="half" idx="10"/>
          </p:nvPr>
        </p:nvSpPr>
        <p:spPr/>
        <p:txBody>
          <a:bodyPr/>
          <a:lstStyle/>
          <a:p>
            <a:fld id="{9BECB363-0EF1-473D-BA50-BD5C825620BB}" type="datetimeFigureOut">
              <a:rPr lang="ar-YE" smtClean="0"/>
              <a:pPr/>
              <a:t>05/04/1434</a:t>
            </a:fld>
            <a:endParaRPr lang="ar-YE"/>
          </a:p>
        </p:txBody>
      </p:sp>
      <p:sp>
        <p:nvSpPr>
          <p:cNvPr id="5" name="Footer Placeholder 4"/>
          <p:cNvSpPr>
            <a:spLocks noGrp="1"/>
          </p:cNvSpPr>
          <p:nvPr>
            <p:ph type="ftr" sz="quarter" idx="11"/>
          </p:nvPr>
        </p:nvSpPr>
        <p:spPr/>
        <p:txBody>
          <a:bodyPr/>
          <a:lstStyle/>
          <a:p>
            <a:endParaRPr lang="ar-YE"/>
          </a:p>
        </p:txBody>
      </p:sp>
      <p:sp>
        <p:nvSpPr>
          <p:cNvPr id="6" name="Slide Number Placeholder 5"/>
          <p:cNvSpPr>
            <a:spLocks noGrp="1"/>
          </p:cNvSpPr>
          <p:nvPr>
            <p:ph type="sldNum" sz="quarter" idx="12"/>
          </p:nvPr>
        </p:nvSpPr>
        <p:spPr/>
        <p:txBody>
          <a:bodyPr/>
          <a:lstStyle/>
          <a:p>
            <a:fld id="{54A59EC4-6BF5-4569-AB0E-15C3940B0298}" type="slidenum">
              <a:rPr lang="ar-YE" smtClean="0"/>
              <a:pPr/>
              <a:t>‹#›</a:t>
            </a:fld>
            <a:endParaRPr lang="ar-Y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r">
              <a:defRPr sz="4000" b="1" cap="all"/>
            </a:lvl1pPr>
          </a:lstStyle>
          <a:p>
            <a:r>
              <a:rPr lang="en-US" smtClean="0"/>
              <a:t>Click to edit Master title style</a:t>
            </a:r>
            <a:endParaRPr lang="ar-YE"/>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9BECB363-0EF1-473D-BA50-BD5C825620BB}" type="datetimeFigureOut">
              <a:rPr lang="ar-YE" smtClean="0"/>
              <a:pPr/>
              <a:t>05/04/1434</a:t>
            </a:fld>
            <a:endParaRPr lang="ar-YE"/>
          </a:p>
        </p:txBody>
      </p:sp>
      <p:sp>
        <p:nvSpPr>
          <p:cNvPr id="5" name="Footer Placeholder 4"/>
          <p:cNvSpPr>
            <a:spLocks noGrp="1"/>
          </p:cNvSpPr>
          <p:nvPr>
            <p:ph type="ftr" sz="quarter" idx="11"/>
          </p:nvPr>
        </p:nvSpPr>
        <p:spPr/>
        <p:txBody>
          <a:bodyPr/>
          <a:lstStyle/>
          <a:p>
            <a:endParaRPr lang="ar-YE"/>
          </a:p>
        </p:txBody>
      </p:sp>
      <p:sp>
        <p:nvSpPr>
          <p:cNvPr id="6" name="Slide Number Placeholder 5"/>
          <p:cNvSpPr>
            <a:spLocks noGrp="1"/>
          </p:cNvSpPr>
          <p:nvPr>
            <p:ph type="sldNum" sz="quarter" idx="12"/>
          </p:nvPr>
        </p:nvSpPr>
        <p:spPr/>
        <p:txBody>
          <a:bodyPr/>
          <a:lstStyle/>
          <a:p>
            <a:fld id="{54A59EC4-6BF5-4569-AB0E-15C3940B0298}" type="slidenum">
              <a:rPr lang="ar-YE" smtClean="0"/>
              <a:pPr/>
              <a:t>‹#›</a:t>
            </a:fld>
            <a:endParaRPr lang="ar-Y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ar-YE"/>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ar-YE"/>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ar-YE"/>
          </a:p>
        </p:txBody>
      </p:sp>
      <p:sp>
        <p:nvSpPr>
          <p:cNvPr id="5" name="Date Placeholder 4"/>
          <p:cNvSpPr>
            <a:spLocks noGrp="1"/>
          </p:cNvSpPr>
          <p:nvPr>
            <p:ph type="dt" sz="half" idx="10"/>
          </p:nvPr>
        </p:nvSpPr>
        <p:spPr/>
        <p:txBody>
          <a:bodyPr/>
          <a:lstStyle/>
          <a:p>
            <a:fld id="{9BECB363-0EF1-473D-BA50-BD5C825620BB}" type="datetimeFigureOut">
              <a:rPr lang="ar-YE" smtClean="0"/>
              <a:pPr/>
              <a:t>05/04/1434</a:t>
            </a:fld>
            <a:endParaRPr lang="ar-YE"/>
          </a:p>
        </p:txBody>
      </p:sp>
      <p:sp>
        <p:nvSpPr>
          <p:cNvPr id="6" name="Footer Placeholder 5"/>
          <p:cNvSpPr>
            <a:spLocks noGrp="1"/>
          </p:cNvSpPr>
          <p:nvPr>
            <p:ph type="ftr" sz="quarter" idx="11"/>
          </p:nvPr>
        </p:nvSpPr>
        <p:spPr/>
        <p:txBody>
          <a:bodyPr/>
          <a:lstStyle/>
          <a:p>
            <a:endParaRPr lang="ar-YE"/>
          </a:p>
        </p:txBody>
      </p:sp>
      <p:sp>
        <p:nvSpPr>
          <p:cNvPr id="7" name="Slide Number Placeholder 6"/>
          <p:cNvSpPr>
            <a:spLocks noGrp="1"/>
          </p:cNvSpPr>
          <p:nvPr>
            <p:ph type="sldNum" sz="quarter" idx="12"/>
          </p:nvPr>
        </p:nvSpPr>
        <p:spPr/>
        <p:txBody>
          <a:bodyPr/>
          <a:lstStyle/>
          <a:p>
            <a:fld id="{54A59EC4-6BF5-4569-AB0E-15C3940B0298}" type="slidenum">
              <a:rPr lang="ar-YE" smtClean="0"/>
              <a:pPr/>
              <a:t>‹#›</a:t>
            </a:fld>
            <a:endParaRPr lang="ar-Y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ar-YE"/>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ar-YE"/>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ar-YE"/>
          </a:p>
        </p:txBody>
      </p:sp>
      <p:sp>
        <p:nvSpPr>
          <p:cNvPr id="7" name="Date Placeholder 6"/>
          <p:cNvSpPr>
            <a:spLocks noGrp="1"/>
          </p:cNvSpPr>
          <p:nvPr>
            <p:ph type="dt" sz="half" idx="10"/>
          </p:nvPr>
        </p:nvSpPr>
        <p:spPr/>
        <p:txBody>
          <a:bodyPr/>
          <a:lstStyle/>
          <a:p>
            <a:fld id="{9BECB363-0EF1-473D-BA50-BD5C825620BB}" type="datetimeFigureOut">
              <a:rPr lang="ar-YE" smtClean="0"/>
              <a:pPr/>
              <a:t>05/04/1434</a:t>
            </a:fld>
            <a:endParaRPr lang="ar-YE"/>
          </a:p>
        </p:txBody>
      </p:sp>
      <p:sp>
        <p:nvSpPr>
          <p:cNvPr id="8" name="Footer Placeholder 7"/>
          <p:cNvSpPr>
            <a:spLocks noGrp="1"/>
          </p:cNvSpPr>
          <p:nvPr>
            <p:ph type="ftr" sz="quarter" idx="11"/>
          </p:nvPr>
        </p:nvSpPr>
        <p:spPr/>
        <p:txBody>
          <a:bodyPr/>
          <a:lstStyle/>
          <a:p>
            <a:endParaRPr lang="ar-YE"/>
          </a:p>
        </p:txBody>
      </p:sp>
      <p:sp>
        <p:nvSpPr>
          <p:cNvPr id="9" name="Slide Number Placeholder 8"/>
          <p:cNvSpPr>
            <a:spLocks noGrp="1"/>
          </p:cNvSpPr>
          <p:nvPr>
            <p:ph type="sldNum" sz="quarter" idx="12"/>
          </p:nvPr>
        </p:nvSpPr>
        <p:spPr/>
        <p:txBody>
          <a:bodyPr/>
          <a:lstStyle/>
          <a:p>
            <a:fld id="{54A59EC4-6BF5-4569-AB0E-15C3940B0298}" type="slidenum">
              <a:rPr lang="ar-YE" smtClean="0"/>
              <a:pPr/>
              <a:t>‹#›</a:t>
            </a:fld>
            <a:endParaRPr lang="ar-Y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ar-YE"/>
          </a:p>
        </p:txBody>
      </p:sp>
      <p:sp>
        <p:nvSpPr>
          <p:cNvPr id="3" name="Date Placeholder 2"/>
          <p:cNvSpPr>
            <a:spLocks noGrp="1"/>
          </p:cNvSpPr>
          <p:nvPr>
            <p:ph type="dt" sz="half" idx="10"/>
          </p:nvPr>
        </p:nvSpPr>
        <p:spPr/>
        <p:txBody>
          <a:bodyPr/>
          <a:lstStyle/>
          <a:p>
            <a:fld id="{9BECB363-0EF1-473D-BA50-BD5C825620BB}" type="datetimeFigureOut">
              <a:rPr lang="ar-YE" smtClean="0"/>
              <a:pPr/>
              <a:t>05/04/1434</a:t>
            </a:fld>
            <a:endParaRPr lang="ar-YE"/>
          </a:p>
        </p:txBody>
      </p:sp>
      <p:sp>
        <p:nvSpPr>
          <p:cNvPr id="4" name="Footer Placeholder 3"/>
          <p:cNvSpPr>
            <a:spLocks noGrp="1"/>
          </p:cNvSpPr>
          <p:nvPr>
            <p:ph type="ftr" sz="quarter" idx="11"/>
          </p:nvPr>
        </p:nvSpPr>
        <p:spPr/>
        <p:txBody>
          <a:bodyPr/>
          <a:lstStyle/>
          <a:p>
            <a:endParaRPr lang="ar-YE"/>
          </a:p>
        </p:txBody>
      </p:sp>
      <p:sp>
        <p:nvSpPr>
          <p:cNvPr id="5" name="Slide Number Placeholder 4"/>
          <p:cNvSpPr>
            <a:spLocks noGrp="1"/>
          </p:cNvSpPr>
          <p:nvPr>
            <p:ph type="sldNum" sz="quarter" idx="12"/>
          </p:nvPr>
        </p:nvSpPr>
        <p:spPr/>
        <p:txBody>
          <a:bodyPr/>
          <a:lstStyle/>
          <a:p>
            <a:fld id="{54A59EC4-6BF5-4569-AB0E-15C3940B0298}" type="slidenum">
              <a:rPr lang="ar-YE" smtClean="0"/>
              <a:pPr/>
              <a:t>‹#›</a:t>
            </a:fld>
            <a:endParaRPr lang="ar-Y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BECB363-0EF1-473D-BA50-BD5C825620BB}" type="datetimeFigureOut">
              <a:rPr lang="ar-YE" smtClean="0"/>
              <a:pPr/>
              <a:t>05/04/1434</a:t>
            </a:fld>
            <a:endParaRPr lang="ar-YE"/>
          </a:p>
        </p:txBody>
      </p:sp>
      <p:sp>
        <p:nvSpPr>
          <p:cNvPr id="3" name="Footer Placeholder 2"/>
          <p:cNvSpPr>
            <a:spLocks noGrp="1"/>
          </p:cNvSpPr>
          <p:nvPr>
            <p:ph type="ftr" sz="quarter" idx="11"/>
          </p:nvPr>
        </p:nvSpPr>
        <p:spPr/>
        <p:txBody>
          <a:bodyPr/>
          <a:lstStyle/>
          <a:p>
            <a:endParaRPr lang="ar-YE"/>
          </a:p>
        </p:txBody>
      </p:sp>
      <p:sp>
        <p:nvSpPr>
          <p:cNvPr id="4" name="Slide Number Placeholder 3"/>
          <p:cNvSpPr>
            <a:spLocks noGrp="1"/>
          </p:cNvSpPr>
          <p:nvPr>
            <p:ph type="sldNum" sz="quarter" idx="12"/>
          </p:nvPr>
        </p:nvSpPr>
        <p:spPr/>
        <p:txBody>
          <a:bodyPr/>
          <a:lstStyle/>
          <a:p>
            <a:fld id="{54A59EC4-6BF5-4569-AB0E-15C3940B0298}" type="slidenum">
              <a:rPr lang="ar-YE" smtClean="0"/>
              <a:pPr/>
              <a:t>‹#›</a:t>
            </a:fld>
            <a:endParaRPr lang="ar-Y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r">
              <a:defRPr sz="2000" b="1"/>
            </a:lvl1pPr>
          </a:lstStyle>
          <a:p>
            <a:r>
              <a:rPr lang="en-US" smtClean="0"/>
              <a:t>Click to edit Master title style</a:t>
            </a:r>
            <a:endParaRPr lang="ar-YE"/>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ar-YE"/>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BECB363-0EF1-473D-BA50-BD5C825620BB}" type="datetimeFigureOut">
              <a:rPr lang="ar-YE" smtClean="0"/>
              <a:pPr/>
              <a:t>05/04/1434</a:t>
            </a:fld>
            <a:endParaRPr lang="ar-YE"/>
          </a:p>
        </p:txBody>
      </p:sp>
      <p:sp>
        <p:nvSpPr>
          <p:cNvPr id="6" name="Footer Placeholder 5"/>
          <p:cNvSpPr>
            <a:spLocks noGrp="1"/>
          </p:cNvSpPr>
          <p:nvPr>
            <p:ph type="ftr" sz="quarter" idx="11"/>
          </p:nvPr>
        </p:nvSpPr>
        <p:spPr/>
        <p:txBody>
          <a:bodyPr/>
          <a:lstStyle/>
          <a:p>
            <a:endParaRPr lang="ar-YE"/>
          </a:p>
        </p:txBody>
      </p:sp>
      <p:sp>
        <p:nvSpPr>
          <p:cNvPr id="7" name="Slide Number Placeholder 6"/>
          <p:cNvSpPr>
            <a:spLocks noGrp="1"/>
          </p:cNvSpPr>
          <p:nvPr>
            <p:ph type="sldNum" sz="quarter" idx="12"/>
          </p:nvPr>
        </p:nvSpPr>
        <p:spPr/>
        <p:txBody>
          <a:bodyPr/>
          <a:lstStyle/>
          <a:p>
            <a:fld id="{54A59EC4-6BF5-4569-AB0E-15C3940B0298}" type="slidenum">
              <a:rPr lang="ar-YE" smtClean="0"/>
              <a:pPr/>
              <a:t>‹#›</a:t>
            </a:fld>
            <a:endParaRPr lang="ar-Y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r">
              <a:defRPr sz="2000" b="1"/>
            </a:lvl1pPr>
          </a:lstStyle>
          <a:p>
            <a:r>
              <a:rPr lang="en-US" smtClean="0"/>
              <a:t>Click to edit Master title style</a:t>
            </a:r>
            <a:endParaRPr lang="ar-YE"/>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ar-YE"/>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BECB363-0EF1-473D-BA50-BD5C825620BB}" type="datetimeFigureOut">
              <a:rPr lang="ar-YE" smtClean="0"/>
              <a:pPr/>
              <a:t>05/04/1434</a:t>
            </a:fld>
            <a:endParaRPr lang="ar-YE"/>
          </a:p>
        </p:txBody>
      </p:sp>
      <p:sp>
        <p:nvSpPr>
          <p:cNvPr id="6" name="Footer Placeholder 5"/>
          <p:cNvSpPr>
            <a:spLocks noGrp="1"/>
          </p:cNvSpPr>
          <p:nvPr>
            <p:ph type="ftr" sz="quarter" idx="11"/>
          </p:nvPr>
        </p:nvSpPr>
        <p:spPr/>
        <p:txBody>
          <a:bodyPr/>
          <a:lstStyle/>
          <a:p>
            <a:endParaRPr lang="ar-YE"/>
          </a:p>
        </p:txBody>
      </p:sp>
      <p:sp>
        <p:nvSpPr>
          <p:cNvPr id="7" name="Slide Number Placeholder 6"/>
          <p:cNvSpPr>
            <a:spLocks noGrp="1"/>
          </p:cNvSpPr>
          <p:nvPr>
            <p:ph type="sldNum" sz="quarter" idx="12"/>
          </p:nvPr>
        </p:nvSpPr>
        <p:spPr/>
        <p:txBody>
          <a:bodyPr/>
          <a:lstStyle/>
          <a:p>
            <a:fld id="{54A59EC4-6BF5-4569-AB0E-15C3940B0298}" type="slidenum">
              <a:rPr lang="ar-YE" smtClean="0"/>
              <a:pPr/>
              <a:t>‹#›</a:t>
            </a:fld>
            <a:endParaRPr lang="ar-Y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ar-YE"/>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ar-YE"/>
          </a:p>
        </p:txBody>
      </p:sp>
      <p:sp>
        <p:nvSpPr>
          <p:cNvPr id="4" name="Date Placeholder 3"/>
          <p:cNvSpPr>
            <a:spLocks noGrp="1"/>
          </p:cNvSpPr>
          <p:nvPr>
            <p:ph type="dt" sz="half" idx="10"/>
          </p:nvPr>
        </p:nvSpPr>
        <p:spPr/>
        <p:txBody>
          <a:bodyPr/>
          <a:lstStyle/>
          <a:p>
            <a:fld id="{9BECB363-0EF1-473D-BA50-BD5C825620BB}" type="datetimeFigureOut">
              <a:rPr lang="ar-YE" smtClean="0"/>
              <a:pPr/>
              <a:t>05/04/1434</a:t>
            </a:fld>
            <a:endParaRPr lang="ar-YE"/>
          </a:p>
        </p:txBody>
      </p:sp>
      <p:sp>
        <p:nvSpPr>
          <p:cNvPr id="5" name="Footer Placeholder 4"/>
          <p:cNvSpPr>
            <a:spLocks noGrp="1"/>
          </p:cNvSpPr>
          <p:nvPr>
            <p:ph type="ftr" sz="quarter" idx="11"/>
          </p:nvPr>
        </p:nvSpPr>
        <p:spPr/>
        <p:txBody>
          <a:bodyPr/>
          <a:lstStyle/>
          <a:p>
            <a:endParaRPr lang="ar-YE"/>
          </a:p>
        </p:txBody>
      </p:sp>
      <p:sp>
        <p:nvSpPr>
          <p:cNvPr id="6" name="Slide Number Placeholder 5"/>
          <p:cNvSpPr>
            <a:spLocks noGrp="1"/>
          </p:cNvSpPr>
          <p:nvPr>
            <p:ph type="sldNum" sz="quarter" idx="12"/>
          </p:nvPr>
        </p:nvSpPr>
        <p:spPr/>
        <p:txBody>
          <a:bodyPr/>
          <a:lstStyle/>
          <a:p>
            <a:fld id="{54A59EC4-6BF5-4569-AB0E-15C3940B0298}" type="slidenum">
              <a:rPr lang="ar-YE" smtClean="0"/>
              <a:pPr/>
              <a:t>‹#›</a:t>
            </a:fld>
            <a:endParaRPr lang="ar-Y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ar-YE"/>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ar-YE"/>
          </a:p>
        </p:txBody>
      </p:sp>
      <p:sp>
        <p:nvSpPr>
          <p:cNvPr id="4" name="Date Placeholder 3"/>
          <p:cNvSpPr>
            <a:spLocks noGrp="1"/>
          </p:cNvSpPr>
          <p:nvPr>
            <p:ph type="dt" sz="half" idx="10"/>
          </p:nvPr>
        </p:nvSpPr>
        <p:spPr/>
        <p:txBody>
          <a:bodyPr/>
          <a:lstStyle/>
          <a:p>
            <a:fld id="{9BECB363-0EF1-473D-BA50-BD5C825620BB}" type="datetimeFigureOut">
              <a:rPr lang="ar-YE" smtClean="0"/>
              <a:pPr/>
              <a:t>05/04/1434</a:t>
            </a:fld>
            <a:endParaRPr lang="ar-YE"/>
          </a:p>
        </p:txBody>
      </p:sp>
      <p:sp>
        <p:nvSpPr>
          <p:cNvPr id="5" name="Footer Placeholder 4"/>
          <p:cNvSpPr>
            <a:spLocks noGrp="1"/>
          </p:cNvSpPr>
          <p:nvPr>
            <p:ph type="ftr" sz="quarter" idx="11"/>
          </p:nvPr>
        </p:nvSpPr>
        <p:spPr/>
        <p:txBody>
          <a:bodyPr/>
          <a:lstStyle/>
          <a:p>
            <a:endParaRPr lang="ar-YE"/>
          </a:p>
        </p:txBody>
      </p:sp>
      <p:sp>
        <p:nvSpPr>
          <p:cNvPr id="6" name="Slide Number Placeholder 5"/>
          <p:cNvSpPr>
            <a:spLocks noGrp="1"/>
          </p:cNvSpPr>
          <p:nvPr>
            <p:ph type="sldNum" sz="quarter" idx="12"/>
          </p:nvPr>
        </p:nvSpPr>
        <p:spPr/>
        <p:txBody>
          <a:bodyPr/>
          <a:lstStyle/>
          <a:p>
            <a:fld id="{54A59EC4-6BF5-4569-AB0E-15C3940B0298}" type="slidenum">
              <a:rPr lang="ar-YE" smtClean="0"/>
              <a:pPr/>
              <a:t>‹#›</a:t>
            </a:fld>
            <a:endParaRPr lang="ar-YE"/>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1">
                <a:tint val="66000"/>
                <a:satMod val="160000"/>
                <a:alpha val="0"/>
              </a:schemeClr>
            </a:gs>
            <a:gs pos="50000">
              <a:schemeClr val="accent1">
                <a:tint val="44500"/>
                <a:satMod val="160000"/>
              </a:schemeClr>
            </a:gs>
            <a:gs pos="100000">
              <a:schemeClr val="accent1">
                <a:tint val="23500"/>
                <a:satMod val="160000"/>
              </a:schemeClr>
            </a:gs>
          </a:gsLst>
          <a:lin ang="5400000" scaled="0"/>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1" anchor="ctr">
            <a:normAutofit/>
          </a:bodyPr>
          <a:lstStyle/>
          <a:p>
            <a:r>
              <a:rPr lang="en-US" smtClean="0"/>
              <a:t>Click to edit Master title style</a:t>
            </a:r>
            <a:endParaRPr lang="ar-YE"/>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1">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ar-YE"/>
          </a:p>
        </p:txBody>
      </p:sp>
      <p:sp>
        <p:nvSpPr>
          <p:cNvPr id="4" name="Date Placeholder 3"/>
          <p:cNvSpPr>
            <a:spLocks noGrp="1"/>
          </p:cNvSpPr>
          <p:nvPr>
            <p:ph type="dt" sz="half" idx="2"/>
          </p:nvPr>
        </p:nvSpPr>
        <p:spPr>
          <a:xfrm>
            <a:off x="6553200" y="6356350"/>
            <a:ext cx="2133600" cy="365125"/>
          </a:xfrm>
          <a:prstGeom prst="rect">
            <a:avLst/>
          </a:prstGeom>
        </p:spPr>
        <p:txBody>
          <a:bodyPr vert="horz" lIns="91440" tIns="45720" rIns="91440" bIns="45720" rtlCol="1" anchor="ctr"/>
          <a:lstStyle>
            <a:lvl1pPr algn="r">
              <a:defRPr sz="1200">
                <a:solidFill>
                  <a:schemeClr val="tx1">
                    <a:tint val="75000"/>
                  </a:schemeClr>
                </a:solidFill>
              </a:defRPr>
            </a:lvl1pPr>
          </a:lstStyle>
          <a:p>
            <a:fld id="{9BECB363-0EF1-473D-BA50-BD5C825620BB}" type="datetimeFigureOut">
              <a:rPr lang="ar-YE" smtClean="0"/>
              <a:pPr/>
              <a:t>05/04/1434</a:t>
            </a:fld>
            <a:endParaRPr lang="ar-YE"/>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1" anchor="ctr"/>
          <a:lstStyle>
            <a:lvl1pPr algn="ctr">
              <a:defRPr sz="1200">
                <a:solidFill>
                  <a:schemeClr val="tx1">
                    <a:tint val="75000"/>
                  </a:schemeClr>
                </a:solidFill>
              </a:defRPr>
            </a:lvl1pPr>
          </a:lstStyle>
          <a:p>
            <a:endParaRPr lang="ar-YE"/>
          </a:p>
        </p:txBody>
      </p:sp>
      <p:sp>
        <p:nvSpPr>
          <p:cNvPr id="6" name="Slide Number Placeholder 5"/>
          <p:cNvSpPr>
            <a:spLocks noGrp="1"/>
          </p:cNvSpPr>
          <p:nvPr>
            <p:ph type="sldNum" sz="quarter" idx="4"/>
          </p:nvPr>
        </p:nvSpPr>
        <p:spPr>
          <a:xfrm>
            <a:off x="457200" y="6356350"/>
            <a:ext cx="2133600" cy="365125"/>
          </a:xfrm>
          <a:prstGeom prst="rect">
            <a:avLst/>
          </a:prstGeom>
        </p:spPr>
        <p:txBody>
          <a:bodyPr vert="horz" lIns="91440" tIns="45720" rIns="91440" bIns="45720" rtlCol="1" anchor="ctr"/>
          <a:lstStyle>
            <a:lvl1pPr algn="l">
              <a:defRPr sz="1200">
                <a:solidFill>
                  <a:schemeClr val="tx1">
                    <a:tint val="75000"/>
                  </a:schemeClr>
                </a:solidFill>
              </a:defRPr>
            </a:lvl1pPr>
          </a:lstStyle>
          <a:p>
            <a:fld id="{54A59EC4-6BF5-4569-AB0E-15C3940B0298}" type="slidenum">
              <a:rPr lang="ar-YE" smtClean="0"/>
              <a:pPr/>
              <a:t>‹#›</a:t>
            </a:fld>
            <a:endParaRPr lang="ar-YE"/>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1" eaLnBrk="1" latinLnBrk="0" hangingPunct="1">
        <a:spcBef>
          <a:spcPct val="0"/>
        </a:spcBef>
        <a:buNone/>
        <a:defRPr sz="4400" kern="1200">
          <a:solidFill>
            <a:schemeClr val="tx1"/>
          </a:solidFill>
          <a:latin typeface="+mj-lt"/>
          <a:ea typeface="+mj-ea"/>
          <a:cs typeface="+mj-cs"/>
        </a:defRPr>
      </a:lvl1pPr>
    </p:titleStyle>
    <p:bodyStyle>
      <a:lvl1pPr marL="342900" indent="-342900" algn="r" defTabSz="914400" rtl="1"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r" defTabSz="914400" rtl="1"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r" defTabSz="914400" rtl="1"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ar-YE"/>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gi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image" Target="../media/image6.wm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Autofit/>
            <a:scene3d>
              <a:camera prst="orthographicFront">
                <a:rot lat="0" lon="0" rev="0"/>
              </a:camera>
              <a:lightRig rig="contrasting" dir="t">
                <a:rot lat="0" lon="0" rev="4500000"/>
              </a:lightRig>
            </a:scene3d>
            <a:sp3d contourW="6350" prstMaterial="metal">
              <a:bevelT w="127000" h="31750" prst="relaxedInset"/>
              <a:contourClr>
                <a:schemeClr val="accent1">
                  <a:shade val="75000"/>
                </a:schemeClr>
              </a:contourClr>
            </a:sp3d>
          </a:bodyPr>
          <a:lstStyle/>
          <a:p>
            <a:r>
              <a:rPr lang="en-US" b="1" cap="all" dirty="0" smtClean="0">
                <a:ln w="0"/>
                <a:gradFill flip="none">
                  <a:gsLst>
                    <a:gs pos="0">
                      <a:schemeClr val="accent1">
                        <a:tint val="75000"/>
                        <a:shade val="75000"/>
                        <a:satMod val="170000"/>
                      </a:schemeClr>
                    </a:gs>
                    <a:gs pos="49000">
                      <a:schemeClr val="accent1">
                        <a:tint val="88000"/>
                        <a:shade val="65000"/>
                        <a:satMod val="172000"/>
                      </a:schemeClr>
                    </a:gs>
                    <a:gs pos="50000">
                      <a:schemeClr val="accent1">
                        <a:shade val="65000"/>
                        <a:satMod val="130000"/>
                      </a:schemeClr>
                    </a:gs>
                    <a:gs pos="92000">
                      <a:schemeClr val="accent1">
                        <a:shade val="50000"/>
                        <a:satMod val="120000"/>
                      </a:schemeClr>
                    </a:gs>
                    <a:gs pos="100000">
                      <a:schemeClr val="accent1">
                        <a:shade val="48000"/>
                        <a:satMod val="120000"/>
                      </a:schemeClr>
                    </a:gs>
                  </a:gsLst>
                  <a:lin ang="5400000"/>
                </a:gradFill>
                <a:effectLst>
                  <a:reflection blurRad="12700" stA="50000" endPos="50000" dist="5000" dir="5400000" sy="-100000" rotWithShape="0"/>
                </a:effectLst>
                <a:latin typeface="+mn-lt"/>
              </a:rPr>
              <a:t>Network Topologies</a:t>
            </a:r>
            <a:br>
              <a:rPr lang="en-US" b="1" cap="all" dirty="0" smtClean="0">
                <a:ln w="0"/>
                <a:gradFill flip="none">
                  <a:gsLst>
                    <a:gs pos="0">
                      <a:schemeClr val="accent1">
                        <a:tint val="75000"/>
                        <a:shade val="75000"/>
                        <a:satMod val="170000"/>
                      </a:schemeClr>
                    </a:gs>
                    <a:gs pos="49000">
                      <a:schemeClr val="accent1">
                        <a:tint val="88000"/>
                        <a:shade val="65000"/>
                        <a:satMod val="172000"/>
                      </a:schemeClr>
                    </a:gs>
                    <a:gs pos="50000">
                      <a:schemeClr val="accent1">
                        <a:shade val="65000"/>
                        <a:satMod val="130000"/>
                      </a:schemeClr>
                    </a:gs>
                    <a:gs pos="92000">
                      <a:schemeClr val="accent1">
                        <a:shade val="50000"/>
                        <a:satMod val="120000"/>
                      </a:schemeClr>
                    </a:gs>
                    <a:gs pos="100000">
                      <a:schemeClr val="accent1">
                        <a:shade val="48000"/>
                        <a:satMod val="120000"/>
                      </a:schemeClr>
                    </a:gs>
                  </a:gsLst>
                  <a:lin ang="5400000"/>
                </a:gradFill>
                <a:effectLst>
                  <a:reflection blurRad="12700" stA="50000" endPos="50000" dist="5000" dir="5400000" sy="-100000" rotWithShape="0"/>
                </a:effectLst>
                <a:latin typeface="+mn-lt"/>
              </a:rPr>
            </a:br>
            <a:r>
              <a:rPr lang="en-US" b="1" cap="all" dirty="0" smtClean="0">
                <a:ln w="0"/>
                <a:gradFill flip="none">
                  <a:gsLst>
                    <a:gs pos="0">
                      <a:schemeClr val="accent1">
                        <a:tint val="75000"/>
                        <a:shade val="75000"/>
                        <a:satMod val="170000"/>
                      </a:schemeClr>
                    </a:gs>
                    <a:gs pos="49000">
                      <a:schemeClr val="accent1">
                        <a:tint val="88000"/>
                        <a:shade val="65000"/>
                        <a:satMod val="172000"/>
                      </a:schemeClr>
                    </a:gs>
                    <a:gs pos="50000">
                      <a:schemeClr val="accent1">
                        <a:shade val="65000"/>
                        <a:satMod val="130000"/>
                      </a:schemeClr>
                    </a:gs>
                    <a:gs pos="92000">
                      <a:schemeClr val="accent1">
                        <a:shade val="50000"/>
                        <a:satMod val="120000"/>
                      </a:schemeClr>
                    </a:gs>
                    <a:gs pos="100000">
                      <a:schemeClr val="accent1">
                        <a:shade val="48000"/>
                        <a:satMod val="120000"/>
                      </a:schemeClr>
                    </a:gs>
                  </a:gsLst>
                  <a:lin ang="5400000"/>
                </a:gradFill>
                <a:effectLst>
                  <a:reflection blurRad="12700" stA="50000" endPos="50000" dist="5000" dir="5400000" sy="-100000" rotWithShape="0"/>
                </a:effectLst>
                <a:latin typeface="+mn-lt"/>
              </a:rPr>
              <a:t>(BUS,STAR,RING)</a:t>
            </a:r>
            <a:br>
              <a:rPr lang="en-US" b="1" cap="all" dirty="0" smtClean="0">
                <a:ln w="0"/>
                <a:gradFill flip="none">
                  <a:gsLst>
                    <a:gs pos="0">
                      <a:schemeClr val="accent1">
                        <a:tint val="75000"/>
                        <a:shade val="75000"/>
                        <a:satMod val="170000"/>
                      </a:schemeClr>
                    </a:gs>
                    <a:gs pos="49000">
                      <a:schemeClr val="accent1">
                        <a:tint val="88000"/>
                        <a:shade val="65000"/>
                        <a:satMod val="172000"/>
                      </a:schemeClr>
                    </a:gs>
                    <a:gs pos="50000">
                      <a:schemeClr val="accent1">
                        <a:shade val="65000"/>
                        <a:satMod val="130000"/>
                      </a:schemeClr>
                    </a:gs>
                    <a:gs pos="92000">
                      <a:schemeClr val="accent1">
                        <a:shade val="50000"/>
                        <a:satMod val="120000"/>
                      </a:schemeClr>
                    </a:gs>
                    <a:gs pos="100000">
                      <a:schemeClr val="accent1">
                        <a:shade val="48000"/>
                        <a:satMod val="120000"/>
                      </a:schemeClr>
                    </a:gs>
                  </a:gsLst>
                  <a:lin ang="5400000"/>
                </a:gradFill>
                <a:effectLst>
                  <a:reflection blurRad="12700" stA="50000" endPos="50000" dist="5000" dir="5400000" sy="-100000" rotWithShape="0"/>
                </a:effectLst>
                <a:latin typeface="+mn-lt"/>
              </a:rPr>
            </a:br>
            <a:r>
              <a:rPr lang="en-US" b="1" cap="all" dirty="0" smtClean="0">
                <a:ln w="0"/>
                <a:gradFill flip="none">
                  <a:gsLst>
                    <a:gs pos="0">
                      <a:schemeClr val="accent1">
                        <a:tint val="75000"/>
                        <a:shade val="75000"/>
                        <a:satMod val="170000"/>
                      </a:schemeClr>
                    </a:gs>
                    <a:gs pos="49000">
                      <a:schemeClr val="accent1">
                        <a:tint val="88000"/>
                        <a:shade val="65000"/>
                        <a:satMod val="172000"/>
                      </a:schemeClr>
                    </a:gs>
                    <a:gs pos="50000">
                      <a:schemeClr val="accent1">
                        <a:shade val="65000"/>
                        <a:satMod val="130000"/>
                      </a:schemeClr>
                    </a:gs>
                    <a:gs pos="92000">
                      <a:schemeClr val="accent1">
                        <a:shade val="50000"/>
                        <a:satMod val="120000"/>
                      </a:schemeClr>
                    </a:gs>
                    <a:gs pos="100000">
                      <a:schemeClr val="accent1">
                        <a:shade val="48000"/>
                        <a:satMod val="120000"/>
                      </a:schemeClr>
                    </a:gs>
                  </a:gsLst>
                  <a:lin ang="5400000"/>
                </a:gradFill>
                <a:effectLst>
                  <a:reflection blurRad="12700" stA="50000" endPos="50000" dist="5000" dir="5400000" sy="-100000" rotWithShape="0"/>
                </a:effectLst>
                <a:latin typeface="+mn-lt"/>
              </a:rPr>
              <a:t>Chapter 4</a:t>
            </a:r>
            <a:endParaRPr lang="ar-YE" b="1" cap="all" dirty="0">
              <a:ln w="0"/>
              <a:gradFill flip="none">
                <a:gsLst>
                  <a:gs pos="0">
                    <a:schemeClr val="accent1">
                      <a:tint val="75000"/>
                      <a:shade val="75000"/>
                      <a:satMod val="170000"/>
                    </a:schemeClr>
                  </a:gs>
                  <a:gs pos="49000">
                    <a:schemeClr val="accent1">
                      <a:tint val="88000"/>
                      <a:shade val="65000"/>
                      <a:satMod val="172000"/>
                    </a:schemeClr>
                  </a:gs>
                  <a:gs pos="50000">
                    <a:schemeClr val="accent1">
                      <a:shade val="65000"/>
                      <a:satMod val="130000"/>
                    </a:schemeClr>
                  </a:gs>
                  <a:gs pos="92000">
                    <a:schemeClr val="accent1">
                      <a:shade val="50000"/>
                      <a:satMod val="120000"/>
                    </a:schemeClr>
                  </a:gs>
                  <a:gs pos="100000">
                    <a:schemeClr val="accent1">
                      <a:shade val="48000"/>
                      <a:satMod val="120000"/>
                    </a:schemeClr>
                  </a:gs>
                </a:gsLst>
                <a:lin ang="5400000"/>
              </a:gradFill>
              <a:effectLst>
                <a:reflection blurRad="12700" stA="50000" endPos="50000" dist="5000" dir="5400000" sy="-100000" rotWithShape="0"/>
              </a:effectLst>
              <a:latin typeface="+mn-lt"/>
            </a:endParaRPr>
          </a:p>
        </p:txBody>
      </p:sp>
      <p:sp>
        <p:nvSpPr>
          <p:cNvPr id="3" name="Subtitle 2"/>
          <p:cNvSpPr>
            <a:spLocks noGrp="1"/>
          </p:cNvSpPr>
          <p:nvPr>
            <p:ph type="subTitle" idx="1"/>
          </p:nvPr>
        </p:nvSpPr>
        <p:spPr>
          <a:xfrm>
            <a:off x="1371600" y="4343400"/>
            <a:ext cx="6400800" cy="533400"/>
          </a:xfrm>
        </p:spPr>
        <p:txBody>
          <a:bodyPr>
            <a:normAutofit/>
          </a:bodyPr>
          <a:lstStyle/>
          <a:p>
            <a:r>
              <a:rPr lang="en-US" sz="2400" b="1" dirty="0" smtClean="0">
                <a:solidFill>
                  <a:schemeClr val="accent1">
                    <a:lumMod val="75000"/>
                  </a:schemeClr>
                </a:solidFill>
              </a:rPr>
              <a:t>T.HASAN ABDULRAQIB ASAAD</a:t>
            </a:r>
          </a:p>
          <a:p>
            <a:endParaRPr lang="ar-YE" sz="2400" dirty="0">
              <a:solidFill>
                <a:schemeClr val="accent1">
                  <a:lumMod val="75000"/>
                </a:schemeClr>
              </a:solidFill>
              <a:latin typeface="+mj-lt"/>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457200" y="-152400"/>
            <a:ext cx="8229600" cy="1219200"/>
          </a:xfrm>
        </p:spPr>
        <p:txBody>
          <a:bodyPr/>
          <a:lstStyle/>
          <a:p>
            <a:pPr algn="r"/>
            <a:r>
              <a:rPr lang="en-US" dirty="0" smtClean="0">
                <a:solidFill>
                  <a:schemeClr val="tx2">
                    <a:lumMod val="75000"/>
                  </a:schemeClr>
                </a:solidFill>
                <a:latin typeface="Arabic Typesetting" pitchFamily="66" charset="-78"/>
                <a:cs typeface="Arabic Typesetting" pitchFamily="66" charset="-78"/>
              </a:rPr>
              <a:t>NetworksTopology</a:t>
            </a:r>
            <a:endParaRPr lang="en-US" dirty="0">
              <a:solidFill>
                <a:schemeClr val="tx2">
                  <a:lumMod val="75000"/>
                </a:schemeClr>
              </a:solidFill>
              <a:latin typeface="Arabic Typesetting" pitchFamily="66" charset="-78"/>
              <a:cs typeface="Arabic Typesetting" pitchFamily="66" charset="-78"/>
            </a:endParaRPr>
          </a:p>
        </p:txBody>
      </p:sp>
      <p:grpSp>
        <p:nvGrpSpPr>
          <p:cNvPr id="2" name="Group 4"/>
          <p:cNvGrpSpPr/>
          <p:nvPr/>
        </p:nvGrpSpPr>
        <p:grpSpPr>
          <a:xfrm>
            <a:off x="5562600" y="685800"/>
            <a:ext cx="2971800" cy="76200"/>
            <a:chOff x="5562600" y="1066800"/>
            <a:chExt cx="2971800" cy="76200"/>
          </a:xfrm>
        </p:grpSpPr>
        <p:cxnSp>
          <p:nvCxnSpPr>
            <p:cNvPr id="6" name="Straight Connector 5"/>
            <p:cNvCxnSpPr/>
            <p:nvPr/>
          </p:nvCxnSpPr>
          <p:spPr>
            <a:xfrm flipH="1">
              <a:off x="5562600" y="1066800"/>
              <a:ext cx="29718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flipH="1">
              <a:off x="6096000" y="1143000"/>
              <a:ext cx="2438400" cy="0"/>
            </a:xfrm>
            <a:prstGeom prst="line">
              <a:avLst/>
            </a:prstGeom>
          </p:spPr>
          <p:style>
            <a:lnRef idx="1">
              <a:schemeClr val="accent1"/>
            </a:lnRef>
            <a:fillRef idx="0">
              <a:schemeClr val="accent1"/>
            </a:fillRef>
            <a:effectRef idx="0">
              <a:schemeClr val="accent1"/>
            </a:effectRef>
            <a:fontRef idx="minor">
              <a:schemeClr val="tx1"/>
            </a:fontRef>
          </p:style>
        </p:cxnSp>
      </p:grpSp>
      <p:sp>
        <p:nvSpPr>
          <p:cNvPr id="8" name="Subtitle 2"/>
          <p:cNvSpPr txBox="1">
            <a:spLocks/>
          </p:cNvSpPr>
          <p:nvPr/>
        </p:nvSpPr>
        <p:spPr>
          <a:xfrm>
            <a:off x="7391400" y="6553200"/>
            <a:ext cx="1752600" cy="304800"/>
          </a:xfrm>
          <a:prstGeom prst="rect">
            <a:avLst/>
          </a:prstGeom>
        </p:spPr>
        <p:txBody>
          <a:bodyPr vert="horz" lIns="91440" tIns="45720" rIns="91440" bIns="45720" rtlCol="1">
            <a:normAutofit fontScale="92500" lnSpcReduction="10000"/>
          </a:bodyPr>
          <a:lstStyle/>
          <a:p>
            <a:pPr marL="342900" indent="-342900">
              <a:spcBef>
                <a:spcPct val="20000"/>
              </a:spcBef>
            </a:pPr>
            <a:r>
              <a:rPr lang="ar-YE" sz="1600" b="1" dirty="0" smtClean="0">
                <a:solidFill>
                  <a:schemeClr val="accent1">
                    <a:lumMod val="75000"/>
                  </a:schemeClr>
                </a:solidFill>
              </a:rPr>
              <a:t>أ.حسن عبدالرقيب أسعد</a:t>
            </a:r>
            <a:endParaRPr lang="en-US" sz="1600" b="1" dirty="0" smtClean="0">
              <a:solidFill>
                <a:schemeClr val="accent1">
                  <a:lumMod val="75000"/>
                </a:schemeClr>
              </a:solidFill>
            </a:endParaRPr>
          </a:p>
          <a:p>
            <a:pPr marL="342900" marR="0" lvl="0" indent="-342900" algn="l" defTabSz="914400" rtl="1" eaLnBrk="1" fontAlgn="auto" latinLnBrk="0" hangingPunct="1">
              <a:lnSpc>
                <a:spcPct val="100000"/>
              </a:lnSpc>
              <a:spcBef>
                <a:spcPct val="20000"/>
              </a:spcBef>
              <a:spcAft>
                <a:spcPts val="0"/>
              </a:spcAft>
              <a:buClrTx/>
              <a:buSzTx/>
              <a:tabLst/>
              <a:defRPr/>
            </a:pPr>
            <a:endParaRPr kumimoji="0" lang="ar-YE" sz="1600" b="0" i="0" u="none" strike="noStrike" kern="1200" cap="none" spc="0" normalizeH="0" baseline="0" noProof="0" dirty="0">
              <a:ln>
                <a:noFill/>
              </a:ln>
              <a:solidFill>
                <a:schemeClr val="accent1">
                  <a:lumMod val="75000"/>
                </a:schemeClr>
              </a:solidFill>
              <a:effectLst/>
              <a:uLnTx/>
              <a:uFillTx/>
              <a:latin typeface="+mj-lt"/>
              <a:ea typeface="+mn-ea"/>
              <a:cs typeface="+mn-cs"/>
            </a:endParaRPr>
          </a:p>
        </p:txBody>
      </p:sp>
      <p:pic>
        <p:nvPicPr>
          <p:cNvPr id="10" name="Picture 6"/>
          <p:cNvPicPr>
            <a:picLocks noChangeAspect="1" noChangeArrowheads="1"/>
          </p:cNvPicPr>
          <p:nvPr/>
        </p:nvPicPr>
        <p:blipFill>
          <a:blip r:embed="rId2"/>
          <a:stretch>
            <a:fillRect/>
          </a:stretch>
        </p:blipFill>
        <p:spPr>
          <a:xfrm>
            <a:off x="304800" y="685800"/>
            <a:ext cx="8213901" cy="5281707"/>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7391400" y="6553200"/>
            <a:ext cx="1752600" cy="304800"/>
          </a:xfrm>
          <a:prstGeom prst="rect">
            <a:avLst/>
          </a:prstGeom>
        </p:spPr>
        <p:txBody>
          <a:bodyPr vert="horz" lIns="91440" tIns="45720" rIns="91440" bIns="45720" rtlCol="1">
            <a:normAutofit fontScale="92500" lnSpcReduction="10000"/>
          </a:bodyPr>
          <a:lstStyle/>
          <a:p>
            <a:pPr marL="342900" indent="-342900">
              <a:spcBef>
                <a:spcPct val="20000"/>
              </a:spcBef>
            </a:pPr>
            <a:r>
              <a:rPr lang="ar-YE" sz="1600" b="1" dirty="0" smtClean="0">
                <a:solidFill>
                  <a:schemeClr val="accent1">
                    <a:lumMod val="75000"/>
                  </a:schemeClr>
                </a:solidFill>
              </a:rPr>
              <a:t>أ.حسن عبدالرقيب أسعد</a:t>
            </a:r>
            <a:endParaRPr lang="en-US" sz="1600" b="1" dirty="0" smtClean="0">
              <a:solidFill>
                <a:schemeClr val="accent1">
                  <a:lumMod val="75000"/>
                </a:schemeClr>
              </a:solidFill>
            </a:endParaRPr>
          </a:p>
          <a:p>
            <a:pPr marL="342900" marR="0" lvl="0" indent="-342900" algn="l" defTabSz="914400" rtl="1" eaLnBrk="1" fontAlgn="auto" latinLnBrk="0" hangingPunct="1">
              <a:lnSpc>
                <a:spcPct val="100000"/>
              </a:lnSpc>
              <a:spcBef>
                <a:spcPct val="20000"/>
              </a:spcBef>
              <a:spcAft>
                <a:spcPts val="0"/>
              </a:spcAft>
              <a:buClrTx/>
              <a:buSzTx/>
              <a:tabLst/>
              <a:defRPr/>
            </a:pPr>
            <a:endParaRPr kumimoji="0" lang="ar-YE" sz="1600" b="0" i="0" u="none" strike="noStrike" kern="1200" cap="none" spc="0" normalizeH="0" baseline="0" noProof="0" dirty="0">
              <a:ln>
                <a:noFill/>
              </a:ln>
              <a:solidFill>
                <a:schemeClr val="accent1">
                  <a:lumMod val="75000"/>
                </a:schemeClr>
              </a:solidFill>
              <a:effectLst/>
              <a:uLnTx/>
              <a:uFillTx/>
              <a:latin typeface="+mj-lt"/>
              <a:ea typeface="+mn-ea"/>
              <a:cs typeface="+mn-cs"/>
            </a:endParaRPr>
          </a:p>
        </p:txBody>
      </p:sp>
      <p:sp>
        <p:nvSpPr>
          <p:cNvPr id="5" name="Title 1"/>
          <p:cNvSpPr>
            <a:spLocks noGrp="1"/>
          </p:cNvSpPr>
          <p:nvPr>
            <p:ph type="title"/>
          </p:nvPr>
        </p:nvSpPr>
        <p:spPr>
          <a:xfrm>
            <a:off x="457200" y="-152400"/>
            <a:ext cx="8229600" cy="1219200"/>
          </a:xfrm>
        </p:spPr>
        <p:txBody>
          <a:bodyPr>
            <a:normAutofit/>
          </a:bodyPr>
          <a:lstStyle/>
          <a:p>
            <a:pPr algn="r"/>
            <a:r>
              <a:rPr lang="en-US" sz="3200" dirty="0" smtClean="0">
                <a:solidFill>
                  <a:schemeClr val="tx2">
                    <a:lumMod val="75000"/>
                  </a:schemeClr>
                </a:solidFill>
                <a:latin typeface="Arabic Typesetting" pitchFamily="66" charset="-78"/>
                <a:cs typeface="Arabic Typesetting" pitchFamily="66" charset="-78"/>
              </a:rPr>
              <a:t>Bus Topology</a:t>
            </a:r>
            <a:endParaRPr lang="en-US" sz="3200" dirty="0">
              <a:solidFill>
                <a:schemeClr val="tx2">
                  <a:lumMod val="75000"/>
                </a:schemeClr>
              </a:solidFill>
              <a:latin typeface="Arabic Typesetting" pitchFamily="66" charset="-78"/>
              <a:cs typeface="Arabic Typesetting" pitchFamily="66" charset="-78"/>
            </a:endParaRPr>
          </a:p>
        </p:txBody>
      </p:sp>
      <p:grpSp>
        <p:nvGrpSpPr>
          <p:cNvPr id="6" name="Group 5"/>
          <p:cNvGrpSpPr/>
          <p:nvPr/>
        </p:nvGrpSpPr>
        <p:grpSpPr>
          <a:xfrm>
            <a:off x="5562600" y="685800"/>
            <a:ext cx="2971800" cy="76200"/>
            <a:chOff x="5562600" y="1066800"/>
            <a:chExt cx="2971800" cy="76200"/>
          </a:xfrm>
        </p:grpSpPr>
        <p:cxnSp>
          <p:nvCxnSpPr>
            <p:cNvPr id="7" name="Straight Connector 6"/>
            <p:cNvCxnSpPr/>
            <p:nvPr/>
          </p:nvCxnSpPr>
          <p:spPr>
            <a:xfrm flipH="1">
              <a:off x="5562600" y="1066800"/>
              <a:ext cx="29718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flipH="1">
              <a:off x="6096000" y="1143000"/>
              <a:ext cx="2438400" cy="0"/>
            </a:xfrm>
            <a:prstGeom prst="line">
              <a:avLst/>
            </a:prstGeom>
          </p:spPr>
          <p:style>
            <a:lnRef idx="1">
              <a:schemeClr val="accent1"/>
            </a:lnRef>
            <a:fillRef idx="0">
              <a:schemeClr val="accent1"/>
            </a:fillRef>
            <a:effectRef idx="0">
              <a:schemeClr val="accent1"/>
            </a:effectRef>
            <a:fontRef idx="minor">
              <a:schemeClr val="tx1"/>
            </a:fontRef>
          </p:style>
        </p:cxnSp>
      </p:grpSp>
      <p:sp>
        <p:nvSpPr>
          <p:cNvPr id="9" name="Content Placeholder 2"/>
          <p:cNvSpPr>
            <a:spLocks noGrp="1"/>
          </p:cNvSpPr>
          <p:nvPr>
            <p:ph idx="1"/>
          </p:nvPr>
        </p:nvSpPr>
        <p:spPr>
          <a:xfrm>
            <a:off x="457200" y="685801"/>
            <a:ext cx="8229600" cy="5562600"/>
          </a:xfrm>
        </p:spPr>
        <p:txBody>
          <a:bodyPr>
            <a:normAutofit/>
          </a:bodyPr>
          <a:lstStyle/>
          <a:p>
            <a:pPr marL="0" indent="0" algn="r">
              <a:buNone/>
            </a:pPr>
            <a:r>
              <a:rPr lang="ar-YE" sz="2000" b="1" u="sng" dirty="0" smtClean="0">
                <a:solidFill>
                  <a:srgbClr val="C00000"/>
                </a:solidFill>
              </a:rPr>
              <a:t>* ما هو الـ </a:t>
            </a:r>
            <a:r>
              <a:rPr lang="en-US" sz="2000" b="1" u="sng" dirty="0" smtClean="0">
                <a:solidFill>
                  <a:srgbClr val="C00000"/>
                </a:solidFill>
              </a:rPr>
              <a:t>Bus Topology</a:t>
            </a:r>
            <a:r>
              <a:rPr lang="ar-YE" sz="2000" b="1" u="sng" dirty="0" smtClean="0">
                <a:solidFill>
                  <a:srgbClr val="C00000"/>
                </a:solidFill>
              </a:rPr>
              <a:t>:</a:t>
            </a:r>
          </a:p>
          <a:p>
            <a:pPr marL="0" indent="0" algn="r">
              <a:buNone/>
            </a:pPr>
            <a:r>
              <a:rPr lang="ar-YE" sz="1800" b="1" dirty="0" smtClean="0">
                <a:solidFill>
                  <a:schemeClr val="tx1">
                    <a:lumMod val="75000"/>
                    <a:lumOff val="25000"/>
                  </a:schemeClr>
                </a:solidFill>
              </a:rPr>
              <a:t>هو عبارة عن (</a:t>
            </a:r>
            <a:r>
              <a:rPr lang="en-US" sz="1800" b="1" dirty="0" smtClean="0">
                <a:solidFill>
                  <a:schemeClr val="tx1">
                    <a:lumMod val="75000"/>
                    <a:lumOff val="25000"/>
                  </a:schemeClr>
                </a:solidFill>
              </a:rPr>
              <a:t>one cable</a:t>
            </a:r>
            <a:r>
              <a:rPr lang="ar-YE" sz="1800" b="1" dirty="0" smtClean="0">
                <a:solidFill>
                  <a:schemeClr val="tx1">
                    <a:lumMod val="75000"/>
                    <a:lumOff val="25000"/>
                  </a:schemeClr>
                </a:solidFill>
              </a:rPr>
              <a:t>) تتصل في جميع الأجهزة المكونة للشبكة .</a:t>
            </a:r>
          </a:p>
          <a:p>
            <a:pPr marL="0" indent="0" algn="r">
              <a:buNone/>
            </a:pPr>
            <a:r>
              <a:rPr lang="ar-YE" sz="1800" b="1" dirty="0" smtClean="0">
                <a:solidFill>
                  <a:schemeClr val="tx1">
                    <a:lumMod val="75000"/>
                    <a:lumOff val="25000"/>
                  </a:schemeClr>
                </a:solidFill>
              </a:rPr>
              <a:t>وتضاف في طرفي السلك قطعة تسمى (</a:t>
            </a:r>
            <a:r>
              <a:rPr lang="en-US" sz="1800" b="1" u="sng" dirty="0" smtClean="0">
                <a:solidFill>
                  <a:schemeClr val="tx1">
                    <a:lumMod val="75000"/>
                    <a:lumOff val="25000"/>
                  </a:schemeClr>
                </a:solidFill>
              </a:rPr>
              <a:t>Terminator</a:t>
            </a:r>
            <a:r>
              <a:rPr lang="ar-YE" sz="1800" b="1" dirty="0" smtClean="0">
                <a:solidFill>
                  <a:schemeClr val="tx1">
                    <a:lumMod val="75000"/>
                    <a:lumOff val="25000"/>
                  </a:schemeClr>
                </a:solidFill>
              </a:rPr>
              <a:t>) حيث انه يقوم بمتصاص الاشارة من السلك .</a:t>
            </a:r>
          </a:p>
          <a:p>
            <a:pPr marL="0" indent="0">
              <a:buNone/>
            </a:pPr>
            <a:r>
              <a:rPr lang="ar-YE" sz="1800" b="1" u="sng" dirty="0" smtClean="0">
                <a:solidFill>
                  <a:srgbClr val="C00000"/>
                </a:solidFill>
              </a:rPr>
              <a:t>* مميزات الـ </a:t>
            </a:r>
            <a:r>
              <a:rPr lang="en-US" sz="1800" b="1" u="sng" dirty="0" smtClean="0">
                <a:solidFill>
                  <a:srgbClr val="C00000"/>
                </a:solidFill>
              </a:rPr>
              <a:t>Bus Topology</a:t>
            </a:r>
            <a:r>
              <a:rPr lang="ar-YE" sz="1800" b="1" u="sng" dirty="0" smtClean="0">
                <a:solidFill>
                  <a:srgbClr val="C00000"/>
                </a:solidFill>
              </a:rPr>
              <a:t>:</a:t>
            </a:r>
          </a:p>
          <a:p>
            <a:pPr marL="0" indent="0">
              <a:buNone/>
            </a:pPr>
            <a:r>
              <a:rPr lang="ar-YE" sz="1800" b="1" dirty="0" smtClean="0">
                <a:solidFill>
                  <a:schemeClr val="tx1">
                    <a:lumMod val="75000"/>
                    <a:lumOff val="25000"/>
                  </a:schemeClr>
                </a:solidFill>
              </a:rPr>
              <a:t>1- سهلة التركيب .</a:t>
            </a:r>
          </a:p>
          <a:p>
            <a:pPr marL="0" indent="0">
              <a:buNone/>
            </a:pPr>
            <a:r>
              <a:rPr lang="ar-YE" sz="1800" b="1" dirty="0" smtClean="0">
                <a:solidFill>
                  <a:schemeClr val="tx1">
                    <a:lumMod val="75000"/>
                    <a:lumOff val="25000"/>
                  </a:schemeClr>
                </a:solidFill>
              </a:rPr>
              <a:t>2- رخيصة نسبيا .</a:t>
            </a:r>
          </a:p>
          <a:p>
            <a:pPr marL="0" indent="0">
              <a:buNone/>
            </a:pPr>
            <a:r>
              <a:rPr lang="ar-YE" sz="1800" b="1" dirty="0" smtClean="0">
                <a:solidFill>
                  <a:schemeClr val="tx1">
                    <a:lumMod val="75000"/>
                    <a:lumOff val="25000"/>
                  </a:schemeClr>
                </a:solidFill>
              </a:rPr>
              <a:t>3- تتستعمل عدد أقل من ال(</a:t>
            </a:r>
            <a:r>
              <a:rPr lang="en-US" sz="1800" b="1" dirty="0" smtClean="0">
                <a:solidFill>
                  <a:schemeClr val="tx1">
                    <a:lumMod val="75000"/>
                    <a:lumOff val="25000"/>
                  </a:schemeClr>
                </a:solidFill>
              </a:rPr>
              <a:t>cables</a:t>
            </a:r>
            <a:r>
              <a:rPr lang="ar-YE" sz="1800" b="1" dirty="0" smtClean="0">
                <a:solidFill>
                  <a:schemeClr val="tx1">
                    <a:lumMod val="75000"/>
                    <a:lumOff val="25000"/>
                  </a:schemeClr>
                </a:solidFill>
              </a:rPr>
              <a:t>) من غيرها من الشبكات .</a:t>
            </a:r>
          </a:p>
          <a:p>
            <a:pPr marL="0" indent="0">
              <a:buNone/>
            </a:pPr>
            <a:r>
              <a:rPr lang="ar-YE" sz="1800" b="1" dirty="0" smtClean="0">
                <a:solidFill>
                  <a:schemeClr val="tx1">
                    <a:lumMod val="75000"/>
                    <a:lumOff val="25000"/>
                  </a:schemeClr>
                </a:solidFill>
              </a:rPr>
              <a:t>4- سهولة ادارة الشبكة .</a:t>
            </a:r>
          </a:p>
          <a:p>
            <a:pPr marL="0" indent="0">
              <a:buNone/>
            </a:pPr>
            <a:r>
              <a:rPr lang="ar-YE" sz="1800" b="1" dirty="0" smtClean="0">
                <a:solidFill>
                  <a:schemeClr val="tx1">
                    <a:lumMod val="75000"/>
                    <a:lumOff val="25000"/>
                  </a:schemeClr>
                </a:solidFill>
              </a:rPr>
              <a:t>5- سهولة اضافة اجهزة اخرى الى الشبكة وبسهولة .</a:t>
            </a:r>
          </a:p>
          <a:p>
            <a:pPr marL="0" indent="0">
              <a:buNone/>
            </a:pPr>
            <a:r>
              <a:rPr lang="ar-YE" sz="1800" b="1" u="sng" dirty="0" smtClean="0">
                <a:solidFill>
                  <a:srgbClr val="C00000"/>
                </a:solidFill>
              </a:rPr>
              <a:t>* عيوب الـ </a:t>
            </a:r>
            <a:r>
              <a:rPr lang="en-US" sz="1800" b="1" u="sng" dirty="0" smtClean="0">
                <a:solidFill>
                  <a:srgbClr val="C00000"/>
                </a:solidFill>
              </a:rPr>
              <a:t>Bus Topology</a:t>
            </a:r>
            <a:r>
              <a:rPr lang="ar-YE" sz="1800" b="1" u="sng" dirty="0" smtClean="0">
                <a:solidFill>
                  <a:srgbClr val="C00000"/>
                </a:solidFill>
              </a:rPr>
              <a:t>:</a:t>
            </a:r>
          </a:p>
          <a:p>
            <a:pPr marL="0" indent="0">
              <a:buNone/>
            </a:pPr>
            <a:r>
              <a:rPr lang="ar-YE" sz="1800" b="1" dirty="0" smtClean="0">
                <a:solidFill>
                  <a:schemeClr val="tx1">
                    <a:lumMod val="75000"/>
                    <a:lumOff val="25000"/>
                  </a:schemeClr>
                </a:solidFill>
              </a:rPr>
              <a:t>1- قصر المسافة المغطاة .</a:t>
            </a:r>
          </a:p>
          <a:p>
            <a:pPr marL="0" indent="0">
              <a:buNone/>
            </a:pPr>
            <a:r>
              <a:rPr lang="ar-YE" sz="1800" b="1" dirty="0" smtClean="0">
                <a:solidFill>
                  <a:schemeClr val="tx1">
                    <a:lumMod val="75000"/>
                    <a:lumOff val="25000"/>
                  </a:schemeClr>
                </a:solidFill>
              </a:rPr>
              <a:t>2- تتعطل الشبكة في حال حدوث قطع في الكابل .</a:t>
            </a:r>
          </a:p>
          <a:p>
            <a:pPr marL="0" indent="0">
              <a:buNone/>
            </a:pPr>
            <a:r>
              <a:rPr lang="ar-YE" sz="1800" b="1" dirty="0" smtClean="0">
                <a:solidFill>
                  <a:schemeClr val="tx1">
                    <a:lumMod val="75000"/>
                    <a:lumOff val="25000"/>
                  </a:schemeClr>
                </a:solidFill>
              </a:rPr>
              <a:t>3- عدد الأجهزة الكثيرة يبطئ الشبكة .</a:t>
            </a:r>
          </a:p>
          <a:p>
            <a:pPr marL="0" indent="0">
              <a:buNone/>
            </a:pPr>
            <a:r>
              <a:rPr lang="ar-YE" sz="1800" b="1" dirty="0" smtClean="0">
                <a:solidFill>
                  <a:schemeClr val="tx1">
                    <a:lumMod val="75000"/>
                    <a:lumOff val="25000"/>
                  </a:schemeClr>
                </a:solidFill>
              </a:rPr>
              <a:t>4- صعوبة اصلاحها .</a:t>
            </a:r>
          </a:p>
          <a:p>
            <a:pPr marL="0" indent="0">
              <a:buNone/>
            </a:pPr>
            <a:endParaRPr lang="en-US" sz="1800" b="1" dirty="0" smtClean="0">
              <a:solidFill>
                <a:srgbClr val="C00000"/>
              </a:solidFill>
            </a:endParaRPr>
          </a:p>
          <a:p>
            <a:pPr marL="0" indent="0" algn="r">
              <a:buNone/>
            </a:pPr>
            <a:endParaRPr lang="ar-YE" sz="1800" b="1" dirty="0" smtClean="0">
              <a:solidFill>
                <a:srgbClr val="C00000"/>
              </a:solidFill>
            </a:endParaRPr>
          </a:p>
          <a:p>
            <a:pPr marL="0" indent="0">
              <a:buNone/>
            </a:pPr>
            <a:endParaRPr lang="ar-YE" sz="1800" b="1" u="sng" dirty="0" smtClean="0">
              <a:solidFill>
                <a:schemeClr val="tx1">
                  <a:lumMod val="75000"/>
                  <a:lumOff val="25000"/>
                </a:schemeClr>
              </a:solidFill>
            </a:endParaRPr>
          </a:p>
          <a:p>
            <a:pPr marL="0" indent="0" algn="r">
              <a:buNone/>
            </a:pPr>
            <a:endParaRPr lang="ar-YE" sz="1800" b="1" u="sng" dirty="0" smtClean="0">
              <a:solidFill>
                <a:schemeClr val="tx1">
                  <a:lumMod val="75000"/>
                  <a:lumOff val="25000"/>
                </a:schemeClr>
              </a:solidFill>
            </a:endParaRPr>
          </a:p>
          <a:p>
            <a:pPr marL="0" indent="0" algn="r">
              <a:buNone/>
            </a:pPr>
            <a:endParaRPr lang="ar-YE" sz="1800" b="1" u="sng" dirty="0" smtClean="0">
              <a:solidFill>
                <a:schemeClr val="tx1">
                  <a:lumMod val="75000"/>
                  <a:lumOff val="25000"/>
                </a:schemeClr>
              </a:solidFill>
            </a:endParaRPr>
          </a:p>
          <a:p>
            <a:pPr marL="0" indent="0" algn="r">
              <a:buNone/>
            </a:pPr>
            <a:endParaRPr lang="ar-YE" sz="1800" b="1" u="sng" dirty="0" smtClean="0">
              <a:solidFill>
                <a:schemeClr val="tx1">
                  <a:lumMod val="75000"/>
                  <a:lumOff val="25000"/>
                </a:schemeClr>
              </a:solidFill>
            </a:endParaRPr>
          </a:p>
          <a:p>
            <a:pPr marL="0" indent="0" algn="r">
              <a:buNone/>
            </a:pPr>
            <a:endParaRPr lang="ar-YE" sz="1800" b="1" u="sng" dirty="0" smtClean="0">
              <a:solidFill>
                <a:schemeClr val="tx1">
                  <a:lumMod val="75000"/>
                  <a:lumOff val="25000"/>
                </a:schemeClr>
              </a:solidFill>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457200" y="-152400"/>
            <a:ext cx="8229600" cy="1219200"/>
          </a:xfrm>
        </p:spPr>
        <p:txBody>
          <a:bodyPr/>
          <a:lstStyle/>
          <a:p>
            <a:pPr algn="r"/>
            <a:r>
              <a:rPr lang="en-US" dirty="0" smtClean="0">
                <a:solidFill>
                  <a:schemeClr val="tx2">
                    <a:lumMod val="75000"/>
                  </a:schemeClr>
                </a:solidFill>
                <a:latin typeface="Arabic Typesetting" pitchFamily="66" charset="-78"/>
                <a:cs typeface="Arabic Typesetting" pitchFamily="66" charset="-78"/>
              </a:rPr>
              <a:t>Bus Topology</a:t>
            </a:r>
            <a:endParaRPr lang="en-US" dirty="0">
              <a:solidFill>
                <a:schemeClr val="tx2">
                  <a:lumMod val="75000"/>
                </a:schemeClr>
              </a:solidFill>
              <a:latin typeface="Arabic Typesetting" pitchFamily="66" charset="-78"/>
              <a:cs typeface="Arabic Typesetting" pitchFamily="66" charset="-78"/>
            </a:endParaRPr>
          </a:p>
        </p:txBody>
      </p:sp>
      <p:grpSp>
        <p:nvGrpSpPr>
          <p:cNvPr id="5" name="Group 4"/>
          <p:cNvGrpSpPr/>
          <p:nvPr/>
        </p:nvGrpSpPr>
        <p:grpSpPr>
          <a:xfrm>
            <a:off x="5562600" y="685800"/>
            <a:ext cx="2971800" cy="76200"/>
            <a:chOff x="5562600" y="1066800"/>
            <a:chExt cx="2971800" cy="76200"/>
          </a:xfrm>
        </p:grpSpPr>
        <p:cxnSp>
          <p:nvCxnSpPr>
            <p:cNvPr id="6" name="Straight Connector 5"/>
            <p:cNvCxnSpPr/>
            <p:nvPr/>
          </p:nvCxnSpPr>
          <p:spPr>
            <a:xfrm flipH="1">
              <a:off x="5562600" y="1066800"/>
              <a:ext cx="29718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flipH="1">
              <a:off x="6096000" y="1143000"/>
              <a:ext cx="2438400" cy="0"/>
            </a:xfrm>
            <a:prstGeom prst="line">
              <a:avLst/>
            </a:prstGeom>
          </p:spPr>
          <p:style>
            <a:lnRef idx="1">
              <a:schemeClr val="accent1"/>
            </a:lnRef>
            <a:fillRef idx="0">
              <a:schemeClr val="accent1"/>
            </a:fillRef>
            <a:effectRef idx="0">
              <a:schemeClr val="accent1"/>
            </a:effectRef>
            <a:fontRef idx="minor">
              <a:schemeClr val="tx1"/>
            </a:fontRef>
          </p:style>
        </p:cxnSp>
      </p:grpSp>
      <p:sp>
        <p:nvSpPr>
          <p:cNvPr id="8" name="Subtitle 2"/>
          <p:cNvSpPr txBox="1">
            <a:spLocks/>
          </p:cNvSpPr>
          <p:nvPr/>
        </p:nvSpPr>
        <p:spPr>
          <a:xfrm>
            <a:off x="7391400" y="6553200"/>
            <a:ext cx="1752600" cy="304800"/>
          </a:xfrm>
          <a:prstGeom prst="rect">
            <a:avLst/>
          </a:prstGeom>
        </p:spPr>
        <p:txBody>
          <a:bodyPr vert="horz" lIns="91440" tIns="45720" rIns="91440" bIns="45720" rtlCol="1">
            <a:normAutofit fontScale="92500" lnSpcReduction="10000"/>
          </a:bodyPr>
          <a:lstStyle/>
          <a:p>
            <a:pPr marL="342900" indent="-342900">
              <a:spcBef>
                <a:spcPct val="20000"/>
              </a:spcBef>
            </a:pPr>
            <a:r>
              <a:rPr lang="ar-YE" sz="1600" b="1" dirty="0" smtClean="0">
                <a:solidFill>
                  <a:schemeClr val="accent1">
                    <a:lumMod val="75000"/>
                  </a:schemeClr>
                </a:solidFill>
              </a:rPr>
              <a:t>أ.حسن عبدالرقيب أسعد</a:t>
            </a:r>
            <a:endParaRPr lang="en-US" sz="1600" b="1" dirty="0" smtClean="0">
              <a:solidFill>
                <a:schemeClr val="accent1">
                  <a:lumMod val="75000"/>
                </a:schemeClr>
              </a:solidFill>
            </a:endParaRPr>
          </a:p>
          <a:p>
            <a:pPr marL="342900" marR="0" lvl="0" indent="-342900" algn="l" defTabSz="914400" rtl="1" eaLnBrk="1" fontAlgn="auto" latinLnBrk="0" hangingPunct="1">
              <a:lnSpc>
                <a:spcPct val="100000"/>
              </a:lnSpc>
              <a:spcBef>
                <a:spcPct val="20000"/>
              </a:spcBef>
              <a:spcAft>
                <a:spcPts val="0"/>
              </a:spcAft>
              <a:buClrTx/>
              <a:buSzTx/>
              <a:tabLst/>
              <a:defRPr/>
            </a:pPr>
            <a:endParaRPr kumimoji="0" lang="ar-YE" sz="1600" b="0" i="0" u="none" strike="noStrike" kern="1200" cap="none" spc="0" normalizeH="0" baseline="0" noProof="0" dirty="0">
              <a:ln>
                <a:noFill/>
              </a:ln>
              <a:solidFill>
                <a:schemeClr val="accent1">
                  <a:lumMod val="75000"/>
                </a:schemeClr>
              </a:solidFill>
              <a:effectLst/>
              <a:uLnTx/>
              <a:uFillTx/>
              <a:latin typeface="+mj-lt"/>
              <a:ea typeface="+mn-ea"/>
              <a:cs typeface="+mn-cs"/>
            </a:endParaRPr>
          </a:p>
        </p:txBody>
      </p:sp>
      <p:pic>
        <p:nvPicPr>
          <p:cNvPr id="10" name="Picture 6"/>
          <p:cNvPicPr>
            <a:picLocks noChangeAspect="1" noChangeArrowheads="1"/>
          </p:cNvPicPr>
          <p:nvPr/>
        </p:nvPicPr>
        <p:blipFill>
          <a:blip r:embed="rId2"/>
          <a:stretch>
            <a:fillRect/>
          </a:stretch>
        </p:blipFill>
        <p:spPr>
          <a:xfrm>
            <a:off x="785019" y="990599"/>
            <a:ext cx="7421562" cy="518160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61504008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7391400" y="6553200"/>
            <a:ext cx="1752600" cy="304800"/>
          </a:xfrm>
          <a:prstGeom prst="rect">
            <a:avLst/>
          </a:prstGeom>
        </p:spPr>
        <p:txBody>
          <a:bodyPr vert="horz" lIns="91440" tIns="45720" rIns="91440" bIns="45720" rtlCol="1">
            <a:normAutofit fontScale="92500" lnSpcReduction="10000"/>
          </a:bodyPr>
          <a:lstStyle/>
          <a:p>
            <a:pPr marL="342900" indent="-342900">
              <a:spcBef>
                <a:spcPct val="20000"/>
              </a:spcBef>
            </a:pPr>
            <a:r>
              <a:rPr lang="ar-YE" sz="1600" b="1" dirty="0" smtClean="0">
                <a:solidFill>
                  <a:schemeClr val="accent1">
                    <a:lumMod val="75000"/>
                  </a:schemeClr>
                </a:solidFill>
              </a:rPr>
              <a:t>أ.حسن عبدالرقيب أسعد</a:t>
            </a:r>
            <a:endParaRPr lang="en-US" sz="1600" b="1" dirty="0" smtClean="0">
              <a:solidFill>
                <a:schemeClr val="accent1">
                  <a:lumMod val="75000"/>
                </a:schemeClr>
              </a:solidFill>
            </a:endParaRPr>
          </a:p>
          <a:p>
            <a:pPr marL="342900" marR="0" lvl="0" indent="-342900" algn="l" defTabSz="914400" rtl="1" eaLnBrk="1" fontAlgn="auto" latinLnBrk="0" hangingPunct="1">
              <a:lnSpc>
                <a:spcPct val="100000"/>
              </a:lnSpc>
              <a:spcBef>
                <a:spcPct val="20000"/>
              </a:spcBef>
              <a:spcAft>
                <a:spcPts val="0"/>
              </a:spcAft>
              <a:buClrTx/>
              <a:buSzTx/>
              <a:tabLst/>
              <a:defRPr/>
            </a:pPr>
            <a:endParaRPr kumimoji="0" lang="ar-YE" sz="1600" b="0" i="0" u="none" strike="noStrike" kern="1200" cap="none" spc="0" normalizeH="0" baseline="0" noProof="0" dirty="0">
              <a:ln>
                <a:noFill/>
              </a:ln>
              <a:solidFill>
                <a:schemeClr val="accent1">
                  <a:lumMod val="75000"/>
                </a:schemeClr>
              </a:solidFill>
              <a:effectLst/>
              <a:uLnTx/>
              <a:uFillTx/>
              <a:latin typeface="+mj-lt"/>
              <a:ea typeface="+mn-ea"/>
              <a:cs typeface="+mn-cs"/>
            </a:endParaRPr>
          </a:p>
        </p:txBody>
      </p:sp>
      <p:sp>
        <p:nvSpPr>
          <p:cNvPr id="5" name="Title 1"/>
          <p:cNvSpPr>
            <a:spLocks noGrp="1"/>
          </p:cNvSpPr>
          <p:nvPr>
            <p:ph type="title"/>
          </p:nvPr>
        </p:nvSpPr>
        <p:spPr>
          <a:xfrm>
            <a:off x="457200" y="-152400"/>
            <a:ext cx="8229600" cy="1219200"/>
          </a:xfrm>
        </p:spPr>
        <p:txBody>
          <a:bodyPr>
            <a:normAutofit/>
          </a:bodyPr>
          <a:lstStyle/>
          <a:p>
            <a:pPr algn="r"/>
            <a:r>
              <a:rPr lang="en-US" sz="3200" dirty="0" smtClean="0">
                <a:solidFill>
                  <a:schemeClr val="tx2">
                    <a:lumMod val="75000"/>
                  </a:schemeClr>
                </a:solidFill>
                <a:latin typeface="Arabic Typesetting" pitchFamily="66" charset="-78"/>
                <a:cs typeface="Arabic Typesetting" pitchFamily="66" charset="-78"/>
              </a:rPr>
              <a:t>StarTopology</a:t>
            </a:r>
            <a:endParaRPr lang="en-US" sz="3200" dirty="0">
              <a:solidFill>
                <a:schemeClr val="tx2">
                  <a:lumMod val="75000"/>
                </a:schemeClr>
              </a:solidFill>
              <a:latin typeface="Arabic Typesetting" pitchFamily="66" charset="-78"/>
              <a:cs typeface="Arabic Typesetting" pitchFamily="66" charset="-78"/>
            </a:endParaRPr>
          </a:p>
        </p:txBody>
      </p:sp>
      <p:grpSp>
        <p:nvGrpSpPr>
          <p:cNvPr id="2" name="Group 5"/>
          <p:cNvGrpSpPr/>
          <p:nvPr/>
        </p:nvGrpSpPr>
        <p:grpSpPr>
          <a:xfrm>
            <a:off x="5562600" y="685800"/>
            <a:ext cx="2971800" cy="76200"/>
            <a:chOff x="5562600" y="1066800"/>
            <a:chExt cx="2971800" cy="76200"/>
          </a:xfrm>
        </p:grpSpPr>
        <p:cxnSp>
          <p:nvCxnSpPr>
            <p:cNvPr id="7" name="Straight Connector 6"/>
            <p:cNvCxnSpPr/>
            <p:nvPr/>
          </p:nvCxnSpPr>
          <p:spPr>
            <a:xfrm flipH="1">
              <a:off x="5562600" y="1066800"/>
              <a:ext cx="29718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flipH="1">
              <a:off x="6096000" y="1143000"/>
              <a:ext cx="2438400" cy="0"/>
            </a:xfrm>
            <a:prstGeom prst="line">
              <a:avLst/>
            </a:prstGeom>
          </p:spPr>
          <p:style>
            <a:lnRef idx="1">
              <a:schemeClr val="accent1"/>
            </a:lnRef>
            <a:fillRef idx="0">
              <a:schemeClr val="accent1"/>
            </a:fillRef>
            <a:effectRef idx="0">
              <a:schemeClr val="accent1"/>
            </a:effectRef>
            <a:fontRef idx="minor">
              <a:schemeClr val="tx1"/>
            </a:fontRef>
          </p:style>
        </p:cxnSp>
      </p:grpSp>
      <p:sp>
        <p:nvSpPr>
          <p:cNvPr id="9" name="Content Placeholder 2"/>
          <p:cNvSpPr>
            <a:spLocks noGrp="1"/>
          </p:cNvSpPr>
          <p:nvPr>
            <p:ph idx="1"/>
          </p:nvPr>
        </p:nvSpPr>
        <p:spPr>
          <a:xfrm>
            <a:off x="457200" y="685801"/>
            <a:ext cx="8229600" cy="5562600"/>
          </a:xfrm>
        </p:spPr>
        <p:txBody>
          <a:bodyPr>
            <a:normAutofit/>
          </a:bodyPr>
          <a:lstStyle/>
          <a:p>
            <a:pPr marL="0" indent="0" algn="r">
              <a:buNone/>
            </a:pPr>
            <a:r>
              <a:rPr lang="ar-YE" sz="2000" b="1" u="sng" dirty="0" smtClean="0">
                <a:solidFill>
                  <a:srgbClr val="C00000"/>
                </a:solidFill>
              </a:rPr>
              <a:t>* ما هو الـ </a:t>
            </a:r>
            <a:r>
              <a:rPr lang="en-US" sz="2000" b="1" u="sng" dirty="0" smtClean="0">
                <a:solidFill>
                  <a:srgbClr val="C00000"/>
                </a:solidFill>
              </a:rPr>
              <a:t> Star Topology</a:t>
            </a:r>
            <a:r>
              <a:rPr lang="ar-YE" sz="2000" b="1" u="sng" dirty="0" smtClean="0">
                <a:solidFill>
                  <a:srgbClr val="C00000"/>
                </a:solidFill>
              </a:rPr>
              <a:t>:</a:t>
            </a:r>
          </a:p>
          <a:p>
            <a:pPr marL="0" indent="0" algn="r">
              <a:buNone/>
            </a:pPr>
            <a:r>
              <a:rPr lang="ar-YE" sz="1800" b="1" dirty="0" smtClean="0">
                <a:solidFill>
                  <a:schemeClr val="tx1">
                    <a:lumMod val="75000"/>
                    <a:lumOff val="25000"/>
                  </a:schemeClr>
                </a:solidFill>
              </a:rPr>
              <a:t>تتصل جميع الأجهزة المكونة للشبكة بنقطة مركزية واحدة وتكون هذه النقطة عبارة عن (</a:t>
            </a:r>
            <a:r>
              <a:rPr lang="en-US" sz="1800" b="1" dirty="0" smtClean="0">
                <a:solidFill>
                  <a:schemeClr val="tx1">
                    <a:lumMod val="75000"/>
                    <a:lumOff val="25000"/>
                  </a:schemeClr>
                </a:solidFill>
              </a:rPr>
              <a:t>Hub,Switch </a:t>
            </a:r>
            <a:r>
              <a:rPr lang="ar-YE" sz="1800" b="1" dirty="0" smtClean="0">
                <a:solidFill>
                  <a:schemeClr val="tx1">
                    <a:lumMod val="75000"/>
                    <a:lumOff val="25000"/>
                  </a:schemeClr>
                </a:solidFill>
              </a:rPr>
              <a:t>) . </a:t>
            </a:r>
          </a:p>
          <a:p>
            <a:pPr marL="0" indent="0" algn="r">
              <a:buNone/>
            </a:pPr>
            <a:r>
              <a:rPr lang="ar-YE" sz="1800" b="1" u="sng" dirty="0" smtClean="0">
                <a:solidFill>
                  <a:srgbClr val="C00000"/>
                </a:solidFill>
              </a:rPr>
              <a:t>* مميزات الـ </a:t>
            </a:r>
            <a:r>
              <a:rPr lang="en-US" sz="1800" b="1" u="sng" dirty="0" smtClean="0">
                <a:solidFill>
                  <a:srgbClr val="C00000"/>
                </a:solidFill>
              </a:rPr>
              <a:t>Star Topology</a:t>
            </a:r>
            <a:r>
              <a:rPr lang="ar-YE" sz="1800" b="1" u="sng" dirty="0" smtClean="0">
                <a:solidFill>
                  <a:srgbClr val="C00000"/>
                </a:solidFill>
              </a:rPr>
              <a:t>:</a:t>
            </a:r>
          </a:p>
          <a:p>
            <a:pPr marL="0" indent="0">
              <a:buNone/>
            </a:pPr>
            <a:r>
              <a:rPr lang="ar-YE" sz="1800" b="1" dirty="0" smtClean="0">
                <a:solidFill>
                  <a:schemeClr val="tx1">
                    <a:lumMod val="75000"/>
                    <a:lumOff val="25000"/>
                  </a:schemeClr>
                </a:solidFill>
              </a:rPr>
              <a:t>1- سهولة اضافة جهاز اخر الى الشبكة .</a:t>
            </a:r>
          </a:p>
          <a:p>
            <a:pPr marL="0" indent="0">
              <a:buNone/>
            </a:pPr>
            <a:r>
              <a:rPr lang="ar-YE" sz="1800" b="1" dirty="0" smtClean="0">
                <a:solidFill>
                  <a:schemeClr val="tx1">
                    <a:lumMod val="75000"/>
                    <a:lumOff val="25000"/>
                  </a:schemeClr>
                </a:solidFill>
              </a:rPr>
              <a:t>2- سهلة اصلاحه الشبكة .</a:t>
            </a:r>
          </a:p>
          <a:p>
            <a:pPr marL="0" indent="0">
              <a:buNone/>
            </a:pPr>
            <a:r>
              <a:rPr lang="ar-YE" sz="1800" b="1" dirty="0" smtClean="0">
                <a:solidFill>
                  <a:schemeClr val="tx1">
                    <a:lumMod val="75000"/>
                    <a:lumOff val="25000"/>
                  </a:schemeClr>
                </a:solidFill>
              </a:rPr>
              <a:t>3- لا يؤثر انقطاع احد الكابلات او تعطل احد الاجهزة عن عمل الشبكة .</a:t>
            </a:r>
          </a:p>
          <a:p>
            <a:pPr marL="0" indent="0">
              <a:buNone/>
            </a:pPr>
            <a:r>
              <a:rPr lang="ar-YE" sz="1800" b="1" u="sng" dirty="0" smtClean="0">
                <a:solidFill>
                  <a:srgbClr val="C00000"/>
                </a:solidFill>
              </a:rPr>
              <a:t>* عيوب الـ </a:t>
            </a:r>
            <a:r>
              <a:rPr lang="en-US" sz="1800" b="1" u="sng" dirty="0" smtClean="0">
                <a:solidFill>
                  <a:srgbClr val="C00000"/>
                </a:solidFill>
              </a:rPr>
              <a:t>Star Topology</a:t>
            </a:r>
            <a:r>
              <a:rPr lang="ar-YE" sz="1800" b="1" u="sng" dirty="0" smtClean="0">
                <a:solidFill>
                  <a:srgbClr val="C00000"/>
                </a:solidFill>
              </a:rPr>
              <a:t>:</a:t>
            </a:r>
          </a:p>
          <a:p>
            <a:pPr marL="0" indent="0">
              <a:buNone/>
            </a:pPr>
            <a:r>
              <a:rPr lang="ar-YE" sz="1800" b="1" dirty="0" smtClean="0">
                <a:solidFill>
                  <a:schemeClr val="tx1">
                    <a:lumMod val="75000"/>
                    <a:lumOff val="25000"/>
                  </a:schemeClr>
                </a:solidFill>
              </a:rPr>
              <a:t>1- مرتفعه السعر .</a:t>
            </a:r>
          </a:p>
          <a:p>
            <a:pPr marL="0" indent="0">
              <a:buNone/>
            </a:pPr>
            <a:r>
              <a:rPr lang="ar-YE" sz="1800" b="1" dirty="0" smtClean="0">
                <a:solidFill>
                  <a:schemeClr val="tx1">
                    <a:lumMod val="75000"/>
                    <a:lumOff val="25000"/>
                  </a:schemeClr>
                </a:solidFill>
              </a:rPr>
              <a:t>2- تتعطل الشبكة في حال حدوث عطل النقطة المركزية (</a:t>
            </a:r>
            <a:r>
              <a:rPr lang="en-US" sz="1800" b="1" u="sng" dirty="0" smtClean="0">
                <a:solidFill>
                  <a:schemeClr val="tx1">
                    <a:lumMod val="75000"/>
                    <a:lumOff val="25000"/>
                  </a:schemeClr>
                </a:solidFill>
              </a:rPr>
              <a:t>Hub,Switch</a:t>
            </a:r>
            <a:r>
              <a:rPr lang="ar-YE" sz="1800" b="1" dirty="0" smtClean="0">
                <a:solidFill>
                  <a:schemeClr val="tx1">
                    <a:lumMod val="75000"/>
                    <a:lumOff val="25000"/>
                  </a:schemeClr>
                </a:solidFill>
              </a:rPr>
              <a:t>).</a:t>
            </a:r>
          </a:p>
          <a:p>
            <a:pPr marL="0" indent="0">
              <a:buNone/>
            </a:pPr>
            <a:endParaRPr lang="en-US" sz="1800" b="1" dirty="0" smtClean="0">
              <a:solidFill>
                <a:srgbClr val="C00000"/>
              </a:solidFill>
            </a:endParaRPr>
          </a:p>
          <a:p>
            <a:pPr marL="0" indent="0" algn="r">
              <a:buNone/>
            </a:pPr>
            <a:endParaRPr lang="ar-YE" sz="1800" b="1" dirty="0" smtClean="0">
              <a:solidFill>
                <a:srgbClr val="C00000"/>
              </a:solidFill>
            </a:endParaRPr>
          </a:p>
          <a:p>
            <a:pPr marL="0" indent="0">
              <a:buNone/>
            </a:pPr>
            <a:endParaRPr lang="ar-YE" sz="1800" b="1" u="sng" dirty="0" smtClean="0">
              <a:solidFill>
                <a:schemeClr val="tx1">
                  <a:lumMod val="75000"/>
                  <a:lumOff val="25000"/>
                </a:schemeClr>
              </a:solidFill>
            </a:endParaRPr>
          </a:p>
          <a:p>
            <a:pPr marL="0" indent="0" algn="r">
              <a:buNone/>
            </a:pPr>
            <a:endParaRPr lang="ar-YE" sz="1800" b="1" u="sng" dirty="0" smtClean="0">
              <a:solidFill>
                <a:schemeClr val="tx1">
                  <a:lumMod val="75000"/>
                  <a:lumOff val="25000"/>
                </a:schemeClr>
              </a:solidFill>
            </a:endParaRPr>
          </a:p>
          <a:p>
            <a:pPr marL="0" indent="0" algn="r">
              <a:buNone/>
            </a:pPr>
            <a:endParaRPr lang="ar-YE" sz="1800" b="1" u="sng" dirty="0" smtClean="0">
              <a:solidFill>
                <a:schemeClr val="tx1">
                  <a:lumMod val="75000"/>
                  <a:lumOff val="25000"/>
                </a:schemeClr>
              </a:solidFill>
            </a:endParaRPr>
          </a:p>
          <a:p>
            <a:pPr marL="0" indent="0" algn="r">
              <a:buNone/>
            </a:pPr>
            <a:endParaRPr lang="ar-YE" sz="1800" b="1" u="sng" dirty="0" smtClean="0">
              <a:solidFill>
                <a:schemeClr val="tx1">
                  <a:lumMod val="75000"/>
                  <a:lumOff val="25000"/>
                </a:schemeClr>
              </a:solidFill>
            </a:endParaRPr>
          </a:p>
          <a:p>
            <a:pPr marL="0" indent="0" algn="r">
              <a:buNone/>
            </a:pPr>
            <a:endParaRPr lang="ar-YE" sz="1800" b="1" u="sng" dirty="0" smtClean="0">
              <a:solidFill>
                <a:schemeClr val="tx1">
                  <a:lumMod val="75000"/>
                  <a:lumOff val="25000"/>
                </a:schemeClr>
              </a:solidFill>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457200" y="-152400"/>
            <a:ext cx="8229600" cy="1219200"/>
          </a:xfrm>
        </p:spPr>
        <p:txBody>
          <a:bodyPr/>
          <a:lstStyle/>
          <a:p>
            <a:pPr algn="r"/>
            <a:r>
              <a:rPr lang="en-US" dirty="0" smtClean="0">
                <a:solidFill>
                  <a:schemeClr val="tx2">
                    <a:lumMod val="75000"/>
                  </a:schemeClr>
                </a:solidFill>
                <a:latin typeface="Arabic Typesetting" pitchFamily="66" charset="-78"/>
                <a:cs typeface="Arabic Typesetting" pitchFamily="66" charset="-78"/>
              </a:rPr>
              <a:t>Star Topology</a:t>
            </a:r>
            <a:endParaRPr lang="en-US" dirty="0">
              <a:solidFill>
                <a:schemeClr val="tx2">
                  <a:lumMod val="75000"/>
                </a:schemeClr>
              </a:solidFill>
              <a:latin typeface="Arabic Typesetting" pitchFamily="66" charset="-78"/>
              <a:cs typeface="Arabic Typesetting" pitchFamily="66" charset="-78"/>
            </a:endParaRPr>
          </a:p>
        </p:txBody>
      </p:sp>
      <p:grpSp>
        <p:nvGrpSpPr>
          <p:cNvPr id="2" name="Group 4"/>
          <p:cNvGrpSpPr/>
          <p:nvPr/>
        </p:nvGrpSpPr>
        <p:grpSpPr>
          <a:xfrm>
            <a:off x="5562600" y="685800"/>
            <a:ext cx="2971800" cy="76200"/>
            <a:chOff x="5562600" y="1066800"/>
            <a:chExt cx="2971800" cy="76200"/>
          </a:xfrm>
        </p:grpSpPr>
        <p:cxnSp>
          <p:nvCxnSpPr>
            <p:cNvPr id="6" name="Straight Connector 5"/>
            <p:cNvCxnSpPr/>
            <p:nvPr/>
          </p:nvCxnSpPr>
          <p:spPr>
            <a:xfrm flipH="1">
              <a:off x="5562600" y="1066800"/>
              <a:ext cx="29718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flipH="1">
              <a:off x="6096000" y="1143000"/>
              <a:ext cx="2438400" cy="0"/>
            </a:xfrm>
            <a:prstGeom prst="line">
              <a:avLst/>
            </a:prstGeom>
          </p:spPr>
          <p:style>
            <a:lnRef idx="1">
              <a:schemeClr val="accent1"/>
            </a:lnRef>
            <a:fillRef idx="0">
              <a:schemeClr val="accent1"/>
            </a:fillRef>
            <a:effectRef idx="0">
              <a:schemeClr val="accent1"/>
            </a:effectRef>
            <a:fontRef idx="minor">
              <a:schemeClr val="tx1"/>
            </a:fontRef>
          </p:style>
        </p:cxnSp>
      </p:grpSp>
      <p:sp>
        <p:nvSpPr>
          <p:cNvPr id="8" name="Subtitle 2"/>
          <p:cNvSpPr txBox="1">
            <a:spLocks/>
          </p:cNvSpPr>
          <p:nvPr/>
        </p:nvSpPr>
        <p:spPr>
          <a:xfrm>
            <a:off x="7391400" y="6553200"/>
            <a:ext cx="1752600" cy="304800"/>
          </a:xfrm>
          <a:prstGeom prst="rect">
            <a:avLst/>
          </a:prstGeom>
        </p:spPr>
        <p:txBody>
          <a:bodyPr vert="horz" lIns="91440" tIns="45720" rIns="91440" bIns="45720" rtlCol="1">
            <a:normAutofit fontScale="92500" lnSpcReduction="10000"/>
          </a:bodyPr>
          <a:lstStyle/>
          <a:p>
            <a:pPr marL="342900" indent="-342900">
              <a:spcBef>
                <a:spcPct val="20000"/>
              </a:spcBef>
            </a:pPr>
            <a:r>
              <a:rPr lang="ar-YE" sz="1600" b="1" dirty="0" smtClean="0">
                <a:solidFill>
                  <a:schemeClr val="accent1">
                    <a:lumMod val="75000"/>
                  </a:schemeClr>
                </a:solidFill>
              </a:rPr>
              <a:t>أ.حسن عبدالرقيب أسعد</a:t>
            </a:r>
            <a:endParaRPr lang="en-US" sz="1600" b="1" dirty="0" smtClean="0">
              <a:solidFill>
                <a:schemeClr val="accent1">
                  <a:lumMod val="75000"/>
                </a:schemeClr>
              </a:solidFill>
            </a:endParaRPr>
          </a:p>
          <a:p>
            <a:pPr marL="342900" marR="0" lvl="0" indent="-342900" algn="l" defTabSz="914400" rtl="1" eaLnBrk="1" fontAlgn="auto" latinLnBrk="0" hangingPunct="1">
              <a:lnSpc>
                <a:spcPct val="100000"/>
              </a:lnSpc>
              <a:spcBef>
                <a:spcPct val="20000"/>
              </a:spcBef>
              <a:spcAft>
                <a:spcPts val="0"/>
              </a:spcAft>
              <a:buClrTx/>
              <a:buSzTx/>
              <a:tabLst/>
              <a:defRPr/>
            </a:pPr>
            <a:endParaRPr kumimoji="0" lang="ar-YE" sz="1600" b="0" i="0" u="none" strike="noStrike" kern="1200" cap="none" spc="0" normalizeH="0" baseline="0" noProof="0" dirty="0">
              <a:ln>
                <a:noFill/>
              </a:ln>
              <a:solidFill>
                <a:schemeClr val="accent1">
                  <a:lumMod val="75000"/>
                </a:schemeClr>
              </a:solidFill>
              <a:effectLst/>
              <a:uLnTx/>
              <a:uFillTx/>
              <a:latin typeface="+mj-lt"/>
              <a:ea typeface="+mn-ea"/>
              <a:cs typeface="+mn-cs"/>
            </a:endParaRPr>
          </a:p>
        </p:txBody>
      </p:sp>
      <p:pic>
        <p:nvPicPr>
          <p:cNvPr id="10" name="Picture 6"/>
          <p:cNvPicPr>
            <a:picLocks noChangeAspect="1" noChangeArrowheads="1"/>
          </p:cNvPicPr>
          <p:nvPr/>
        </p:nvPicPr>
        <p:blipFill>
          <a:blip r:embed="rId2"/>
          <a:stretch>
            <a:fillRect/>
          </a:stretch>
        </p:blipFill>
        <p:spPr>
          <a:xfrm>
            <a:off x="1148513" y="990599"/>
            <a:ext cx="6694573" cy="5181600"/>
          </a:xfrm>
          <a:prstGeom prst="rect">
            <a:avLst/>
          </a:prstGeom>
          <a:ln>
            <a:noFill/>
          </a:ln>
          <a:effectLst>
            <a:outerShdw blurRad="292100" dist="139700" dir="2700000" algn="tl" rotWithShape="0">
              <a:srgbClr val="333333">
                <a:alpha val="65000"/>
              </a:srgbClr>
            </a:outerShdw>
          </a:effectLst>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7391400" y="6553200"/>
            <a:ext cx="1752600" cy="304800"/>
          </a:xfrm>
          <a:prstGeom prst="rect">
            <a:avLst/>
          </a:prstGeom>
        </p:spPr>
        <p:txBody>
          <a:bodyPr vert="horz" lIns="91440" tIns="45720" rIns="91440" bIns="45720" rtlCol="1">
            <a:normAutofit fontScale="92500" lnSpcReduction="10000"/>
          </a:bodyPr>
          <a:lstStyle/>
          <a:p>
            <a:pPr marL="342900" indent="-342900">
              <a:spcBef>
                <a:spcPct val="20000"/>
              </a:spcBef>
            </a:pPr>
            <a:r>
              <a:rPr lang="ar-YE" sz="1600" b="1" dirty="0" smtClean="0">
                <a:solidFill>
                  <a:schemeClr val="accent1">
                    <a:lumMod val="75000"/>
                  </a:schemeClr>
                </a:solidFill>
              </a:rPr>
              <a:t>أ.حسن عبدالرقيب أسعد</a:t>
            </a:r>
            <a:endParaRPr lang="en-US" sz="1600" b="1" dirty="0" smtClean="0">
              <a:solidFill>
                <a:schemeClr val="accent1">
                  <a:lumMod val="75000"/>
                </a:schemeClr>
              </a:solidFill>
            </a:endParaRPr>
          </a:p>
          <a:p>
            <a:pPr marL="342900" marR="0" lvl="0" indent="-342900" algn="l" defTabSz="914400" rtl="1" eaLnBrk="1" fontAlgn="auto" latinLnBrk="0" hangingPunct="1">
              <a:lnSpc>
                <a:spcPct val="100000"/>
              </a:lnSpc>
              <a:spcBef>
                <a:spcPct val="20000"/>
              </a:spcBef>
              <a:spcAft>
                <a:spcPts val="0"/>
              </a:spcAft>
              <a:buClrTx/>
              <a:buSzTx/>
              <a:tabLst/>
              <a:defRPr/>
            </a:pPr>
            <a:endParaRPr kumimoji="0" lang="ar-YE" sz="1600" b="0" i="0" u="none" strike="noStrike" kern="1200" cap="none" spc="0" normalizeH="0" baseline="0" noProof="0" dirty="0">
              <a:ln>
                <a:noFill/>
              </a:ln>
              <a:solidFill>
                <a:schemeClr val="accent1">
                  <a:lumMod val="75000"/>
                </a:schemeClr>
              </a:solidFill>
              <a:effectLst/>
              <a:uLnTx/>
              <a:uFillTx/>
              <a:latin typeface="+mj-lt"/>
              <a:ea typeface="+mn-ea"/>
              <a:cs typeface="+mn-cs"/>
            </a:endParaRPr>
          </a:p>
        </p:txBody>
      </p:sp>
      <p:sp>
        <p:nvSpPr>
          <p:cNvPr id="5" name="Title 1"/>
          <p:cNvSpPr>
            <a:spLocks noGrp="1"/>
          </p:cNvSpPr>
          <p:nvPr>
            <p:ph type="title"/>
          </p:nvPr>
        </p:nvSpPr>
        <p:spPr>
          <a:xfrm>
            <a:off x="457200" y="-152400"/>
            <a:ext cx="8229600" cy="1219200"/>
          </a:xfrm>
        </p:spPr>
        <p:txBody>
          <a:bodyPr>
            <a:normAutofit/>
          </a:bodyPr>
          <a:lstStyle/>
          <a:p>
            <a:pPr algn="r"/>
            <a:r>
              <a:rPr lang="en-US" sz="3200" dirty="0" smtClean="0">
                <a:solidFill>
                  <a:schemeClr val="tx2">
                    <a:lumMod val="75000"/>
                  </a:schemeClr>
                </a:solidFill>
                <a:latin typeface="Arabic Typesetting" pitchFamily="66" charset="-78"/>
                <a:cs typeface="Arabic Typesetting" pitchFamily="66" charset="-78"/>
              </a:rPr>
              <a:t>Ring Topology</a:t>
            </a:r>
            <a:endParaRPr lang="en-US" sz="3200" dirty="0">
              <a:solidFill>
                <a:schemeClr val="tx2">
                  <a:lumMod val="75000"/>
                </a:schemeClr>
              </a:solidFill>
              <a:latin typeface="Arabic Typesetting" pitchFamily="66" charset="-78"/>
              <a:cs typeface="Arabic Typesetting" pitchFamily="66" charset="-78"/>
            </a:endParaRPr>
          </a:p>
        </p:txBody>
      </p:sp>
      <p:grpSp>
        <p:nvGrpSpPr>
          <p:cNvPr id="2" name="Group 5"/>
          <p:cNvGrpSpPr/>
          <p:nvPr/>
        </p:nvGrpSpPr>
        <p:grpSpPr>
          <a:xfrm>
            <a:off x="5562600" y="685800"/>
            <a:ext cx="2971800" cy="76200"/>
            <a:chOff x="5562600" y="1066800"/>
            <a:chExt cx="2971800" cy="76200"/>
          </a:xfrm>
        </p:grpSpPr>
        <p:cxnSp>
          <p:nvCxnSpPr>
            <p:cNvPr id="7" name="Straight Connector 6"/>
            <p:cNvCxnSpPr/>
            <p:nvPr/>
          </p:nvCxnSpPr>
          <p:spPr>
            <a:xfrm flipH="1">
              <a:off x="5562600" y="1066800"/>
              <a:ext cx="29718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flipH="1">
              <a:off x="6096000" y="1143000"/>
              <a:ext cx="2438400" cy="0"/>
            </a:xfrm>
            <a:prstGeom prst="line">
              <a:avLst/>
            </a:prstGeom>
          </p:spPr>
          <p:style>
            <a:lnRef idx="1">
              <a:schemeClr val="accent1"/>
            </a:lnRef>
            <a:fillRef idx="0">
              <a:schemeClr val="accent1"/>
            </a:fillRef>
            <a:effectRef idx="0">
              <a:schemeClr val="accent1"/>
            </a:effectRef>
            <a:fontRef idx="minor">
              <a:schemeClr val="tx1"/>
            </a:fontRef>
          </p:style>
        </p:cxnSp>
      </p:grpSp>
      <p:sp>
        <p:nvSpPr>
          <p:cNvPr id="9" name="Content Placeholder 2"/>
          <p:cNvSpPr>
            <a:spLocks noGrp="1"/>
          </p:cNvSpPr>
          <p:nvPr>
            <p:ph idx="1"/>
          </p:nvPr>
        </p:nvSpPr>
        <p:spPr>
          <a:xfrm>
            <a:off x="457200" y="685801"/>
            <a:ext cx="8229600" cy="5562600"/>
          </a:xfrm>
        </p:spPr>
        <p:txBody>
          <a:bodyPr>
            <a:normAutofit/>
          </a:bodyPr>
          <a:lstStyle/>
          <a:p>
            <a:pPr marL="0" indent="0" algn="r">
              <a:buNone/>
            </a:pPr>
            <a:r>
              <a:rPr lang="ar-YE" sz="2000" b="1" u="sng" dirty="0" smtClean="0">
                <a:solidFill>
                  <a:srgbClr val="C00000"/>
                </a:solidFill>
              </a:rPr>
              <a:t>* ما هو الـ </a:t>
            </a:r>
            <a:r>
              <a:rPr lang="en-US" sz="2000" b="1" u="sng" dirty="0" smtClean="0">
                <a:solidFill>
                  <a:srgbClr val="C00000"/>
                </a:solidFill>
              </a:rPr>
              <a:t> Ring Topology</a:t>
            </a:r>
            <a:r>
              <a:rPr lang="ar-YE" sz="2000" b="1" u="sng" dirty="0" smtClean="0">
                <a:solidFill>
                  <a:srgbClr val="C00000"/>
                </a:solidFill>
              </a:rPr>
              <a:t>:</a:t>
            </a:r>
          </a:p>
          <a:p>
            <a:pPr marL="0" indent="0" algn="r">
              <a:buNone/>
            </a:pPr>
            <a:r>
              <a:rPr lang="ar-YE" sz="1800" b="1" dirty="0" smtClean="0">
                <a:solidFill>
                  <a:schemeClr val="tx1">
                    <a:lumMod val="75000"/>
                    <a:lumOff val="25000"/>
                  </a:schemeClr>
                </a:solidFill>
              </a:rPr>
              <a:t>يكون الكابل عبارة عن حلقة تتكون من اتصال جهاز بالجهاز المجاور له .</a:t>
            </a:r>
          </a:p>
          <a:p>
            <a:pPr marL="0" indent="0" algn="r">
              <a:buNone/>
            </a:pPr>
            <a:r>
              <a:rPr lang="ar-YE" sz="1800" b="1" dirty="0" smtClean="0">
                <a:solidFill>
                  <a:schemeClr val="tx1">
                    <a:lumMod val="75000"/>
                    <a:lumOff val="25000"/>
                  </a:schemeClr>
                </a:solidFill>
              </a:rPr>
              <a:t>حيث يكون في هذه الشبكة كل جهاز متصل بجهازين .</a:t>
            </a:r>
          </a:p>
          <a:p>
            <a:pPr marL="0" indent="0" algn="r">
              <a:buNone/>
            </a:pPr>
            <a:r>
              <a:rPr lang="ar-YE" sz="1800" b="1" u="sng" dirty="0" smtClean="0">
                <a:solidFill>
                  <a:srgbClr val="C00000"/>
                </a:solidFill>
              </a:rPr>
              <a:t>* مميزات الـ </a:t>
            </a:r>
            <a:r>
              <a:rPr lang="en-US" sz="1800" b="1" u="sng" dirty="0" smtClean="0">
                <a:solidFill>
                  <a:srgbClr val="C00000"/>
                </a:solidFill>
              </a:rPr>
              <a:t>Ring  Topology</a:t>
            </a:r>
            <a:r>
              <a:rPr lang="ar-YE" sz="1800" b="1" u="sng" dirty="0" smtClean="0">
                <a:solidFill>
                  <a:srgbClr val="C00000"/>
                </a:solidFill>
              </a:rPr>
              <a:t>:</a:t>
            </a:r>
          </a:p>
          <a:p>
            <a:pPr marL="0" indent="0">
              <a:buNone/>
            </a:pPr>
            <a:r>
              <a:rPr lang="ar-YE" sz="1800" b="1" dirty="0" smtClean="0">
                <a:solidFill>
                  <a:schemeClr val="tx1">
                    <a:lumMod val="75000"/>
                    <a:lumOff val="25000"/>
                  </a:schemeClr>
                </a:solidFill>
              </a:rPr>
              <a:t>1- سهلة اصلاح الشبكة .</a:t>
            </a:r>
          </a:p>
          <a:p>
            <a:pPr marL="0" indent="0">
              <a:buNone/>
            </a:pPr>
            <a:r>
              <a:rPr lang="ar-YE" sz="1800" b="1" dirty="0" smtClean="0">
                <a:solidFill>
                  <a:schemeClr val="tx1">
                    <a:lumMod val="75000"/>
                    <a:lumOff val="25000"/>
                  </a:schemeClr>
                </a:solidFill>
              </a:rPr>
              <a:t>2- سريعة في نقل البيانات .</a:t>
            </a:r>
          </a:p>
          <a:p>
            <a:pPr marL="0" indent="0">
              <a:buNone/>
            </a:pPr>
            <a:r>
              <a:rPr lang="ar-YE" sz="1800" b="1" dirty="0" smtClean="0">
                <a:solidFill>
                  <a:schemeClr val="tx1">
                    <a:lumMod val="75000"/>
                    <a:lumOff val="25000"/>
                  </a:schemeClr>
                </a:solidFill>
              </a:rPr>
              <a:t>3- سهلة الأدارة .</a:t>
            </a:r>
          </a:p>
          <a:p>
            <a:pPr marL="0" indent="0">
              <a:buNone/>
            </a:pPr>
            <a:r>
              <a:rPr lang="ar-YE" sz="1800" b="1" dirty="0" smtClean="0">
                <a:solidFill>
                  <a:schemeClr val="tx1">
                    <a:lumMod val="75000"/>
                    <a:lumOff val="25000"/>
                  </a:schemeClr>
                </a:solidFill>
              </a:rPr>
              <a:t>4- لاتحتاج الى مقوي اشارة في حال ضعفت .</a:t>
            </a:r>
          </a:p>
          <a:p>
            <a:pPr marL="0" indent="0">
              <a:buNone/>
            </a:pPr>
            <a:r>
              <a:rPr lang="ar-YE" sz="1800" b="1" u="sng" dirty="0" smtClean="0">
                <a:solidFill>
                  <a:srgbClr val="C00000"/>
                </a:solidFill>
              </a:rPr>
              <a:t>* عيوب الـ </a:t>
            </a:r>
            <a:r>
              <a:rPr lang="en-US" sz="1800" b="1" u="sng" dirty="0" smtClean="0">
                <a:solidFill>
                  <a:srgbClr val="C00000"/>
                </a:solidFill>
              </a:rPr>
              <a:t>Ring  Topology</a:t>
            </a:r>
            <a:r>
              <a:rPr lang="ar-YE" sz="1800" b="1" u="sng" dirty="0" smtClean="0">
                <a:solidFill>
                  <a:srgbClr val="C00000"/>
                </a:solidFill>
              </a:rPr>
              <a:t>:</a:t>
            </a:r>
          </a:p>
          <a:p>
            <a:pPr marL="0" indent="0">
              <a:buNone/>
            </a:pPr>
            <a:r>
              <a:rPr lang="ar-YE" sz="1800" b="1" dirty="0" smtClean="0">
                <a:solidFill>
                  <a:schemeClr val="tx1">
                    <a:lumMod val="75000"/>
                    <a:lumOff val="25000"/>
                  </a:schemeClr>
                </a:solidFill>
              </a:rPr>
              <a:t>1- تتعطل الشبكة في حال تعطل احد الأجهزة .</a:t>
            </a:r>
          </a:p>
          <a:p>
            <a:pPr marL="0" indent="0">
              <a:buNone/>
            </a:pPr>
            <a:r>
              <a:rPr lang="ar-YE" sz="1800" b="1" dirty="0" smtClean="0">
                <a:solidFill>
                  <a:schemeClr val="tx1">
                    <a:lumMod val="75000"/>
                    <a:lumOff val="25000"/>
                  </a:schemeClr>
                </a:solidFill>
              </a:rPr>
              <a:t>2- غالية الثمن .</a:t>
            </a:r>
          </a:p>
          <a:p>
            <a:pPr marL="0" indent="0">
              <a:buNone/>
            </a:pPr>
            <a:r>
              <a:rPr lang="ar-YE" sz="1800" b="1" dirty="0" smtClean="0">
                <a:solidFill>
                  <a:schemeClr val="tx1">
                    <a:lumMod val="75000"/>
                    <a:lumOff val="25000"/>
                  </a:schemeClr>
                </a:solidFill>
              </a:rPr>
              <a:t>3- انقطاع احد الكابلات يؤدي الى توقف الشبكة .</a:t>
            </a:r>
          </a:p>
          <a:p>
            <a:pPr marL="0" indent="0">
              <a:buNone/>
            </a:pPr>
            <a:endParaRPr lang="en-US" sz="1800" b="1" dirty="0" smtClean="0">
              <a:solidFill>
                <a:srgbClr val="C00000"/>
              </a:solidFill>
            </a:endParaRPr>
          </a:p>
          <a:p>
            <a:pPr marL="0" indent="0" algn="r">
              <a:buNone/>
            </a:pPr>
            <a:endParaRPr lang="ar-YE" sz="1800" b="1" dirty="0" smtClean="0">
              <a:solidFill>
                <a:srgbClr val="C00000"/>
              </a:solidFill>
            </a:endParaRPr>
          </a:p>
          <a:p>
            <a:pPr marL="0" indent="0">
              <a:buNone/>
            </a:pPr>
            <a:endParaRPr lang="ar-YE" sz="1800" b="1" u="sng" dirty="0" smtClean="0">
              <a:solidFill>
                <a:schemeClr val="tx1">
                  <a:lumMod val="75000"/>
                  <a:lumOff val="25000"/>
                </a:schemeClr>
              </a:solidFill>
            </a:endParaRPr>
          </a:p>
          <a:p>
            <a:pPr marL="0" indent="0" algn="r">
              <a:buNone/>
            </a:pPr>
            <a:endParaRPr lang="ar-YE" sz="1800" b="1" u="sng" dirty="0" smtClean="0">
              <a:solidFill>
                <a:schemeClr val="tx1">
                  <a:lumMod val="75000"/>
                  <a:lumOff val="25000"/>
                </a:schemeClr>
              </a:solidFill>
            </a:endParaRPr>
          </a:p>
          <a:p>
            <a:pPr marL="0" indent="0" algn="r">
              <a:buNone/>
            </a:pPr>
            <a:endParaRPr lang="ar-YE" sz="1800" b="1" u="sng" dirty="0" smtClean="0">
              <a:solidFill>
                <a:schemeClr val="tx1">
                  <a:lumMod val="75000"/>
                  <a:lumOff val="25000"/>
                </a:schemeClr>
              </a:solidFill>
            </a:endParaRPr>
          </a:p>
          <a:p>
            <a:pPr marL="0" indent="0" algn="r">
              <a:buNone/>
            </a:pPr>
            <a:endParaRPr lang="ar-YE" sz="1800" b="1" u="sng" dirty="0" smtClean="0">
              <a:solidFill>
                <a:schemeClr val="tx1">
                  <a:lumMod val="75000"/>
                  <a:lumOff val="25000"/>
                </a:schemeClr>
              </a:solidFill>
            </a:endParaRPr>
          </a:p>
          <a:p>
            <a:pPr marL="0" indent="0" algn="r">
              <a:buNone/>
            </a:pPr>
            <a:endParaRPr lang="ar-YE" sz="1800" b="1" u="sng" dirty="0" smtClean="0">
              <a:solidFill>
                <a:schemeClr val="tx1">
                  <a:lumMod val="75000"/>
                  <a:lumOff val="25000"/>
                </a:schemeClr>
              </a:solidFill>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457200" y="-152400"/>
            <a:ext cx="8229600" cy="1219200"/>
          </a:xfrm>
        </p:spPr>
        <p:txBody>
          <a:bodyPr/>
          <a:lstStyle/>
          <a:p>
            <a:pPr algn="r"/>
            <a:r>
              <a:rPr lang="en-US" dirty="0" smtClean="0">
                <a:solidFill>
                  <a:schemeClr val="tx2">
                    <a:lumMod val="75000"/>
                  </a:schemeClr>
                </a:solidFill>
                <a:latin typeface="Arabic Typesetting" pitchFamily="66" charset="-78"/>
                <a:cs typeface="Arabic Typesetting" pitchFamily="66" charset="-78"/>
              </a:rPr>
              <a:t>Ring Topology</a:t>
            </a:r>
            <a:endParaRPr lang="en-US" dirty="0">
              <a:solidFill>
                <a:schemeClr val="tx2">
                  <a:lumMod val="75000"/>
                </a:schemeClr>
              </a:solidFill>
              <a:latin typeface="Arabic Typesetting" pitchFamily="66" charset="-78"/>
              <a:cs typeface="Arabic Typesetting" pitchFamily="66" charset="-78"/>
            </a:endParaRPr>
          </a:p>
        </p:txBody>
      </p:sp>
      <p:grpSp>
        <p:nvGrpSpPr>
          <p:cNvPr id="2" name="Group 4"/>
          <p:cNvGrpSpPr/>
          <p:nvPr/>
        </p:nvGrpSpPr>
        <p:grpSpPr>
          <a:xfrm>
            <a:off x="5562600" y="685800"/>
            <a:ext cx="2971800" cy="76200"/>
            <a:chOff x="5562600" y="1066800"/>
            <a:chExt cx="2971800" cy="76200"/>
          </a:xfrm>
        </p:grpSpPr>
        <p:cxnSp>
          <p:nvCxnSpPr>
            <p:cNvPr id="6" name="Straight Connector 5"/>
            <p:cNvCxnSpPr/>
            <p:nvPr/>
          </p:nvCxnSpPr>
          <p:spPr>
            <a:xfrm flipH="1">
              <a:off x="5562600" y="1066800"/>
              <a:ext cx="29718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flipH="1">
              <a:off x="6096000" y="1143000"/>
              <a:ext cx="2438400" cy="0"/>
            </a:xfrm>
            <a:prstGeom prst="line">
              <a:avLst/>
            </a:prstGeom>
          </p:spPr>
          <p:style>
            <a:lnRef idx="1">
              <a:schemeClr val="accent1"/>
            </a:lnRef>
            <a:fillRef idx="0">
              <a:schemeClr val="accent1"/>
            </a:fillRef>
            <a:effectRef idx="0">
              <a:schemeClr val="accent1"/>
            </a:effectRef>
            <a:fontRef idx="minor">
              <a:schemeClr val="tx1"/>
            </a:fontRef>
          </p:style>
        </p:cxnSp>
      </p:grpSp>
      <p:sp>
        <p:nvSpPr>
          <p:cNvPr id="8" name="Subtitle 2"/>
          <p:cNvSpPr txBox="1">
            <a:spLocks/>
          </p:cNvSpPr>
          <p:nvPr/>
        </p:nvSpPr>
        <p:spPr>
          <a:xfrm>
            <a:off x="7391400" y="6553200"/>
            <a:ext cx="1752600" cy="304800"/>
          </a:xfrm>
          <a:prstGeom prst="rect">
            <a:avLst/>
          </a:prstGeom>
        </p:spPr>
        <p:txBody>
          <a:bodyPr vert="horz" lIns="91440" tIns="45720" rIns="91440" bIns="45720" rtlCol="1">
            <a:normAutofit fontScale="92500" lnSpcReduction="10000"/>
          </a:bodyPr>
          <a:lstStyle/>
          <a:p>
            <a:pPr marL="342900" indent="-342900">
              <a:spcBef>
                <a:spcPct val="20000"/>
              </a:spcBef>
            </a:pPr>
            <a:r>
              <a:rPr lang="ar-YE" sz="1600" b="1" dirty="0" smtClean="0">
                <a:solidFill>
                  <a:schemeClr val="accent1">
                    <a:lumMod val="75000"/>
                  </a:schemeClr>
                </a:solidFill>
              </a:rPr>
              <a:t>أ.حسن عبدالرقيب أسعد</a:t>
            </a:r>
            <a:endParaRPr lang="en-US" sz="1600" b="1" dirty="0" smtClean="0">
              <a:solidFill>
                <a:schemeClr val="accent1">
                  <a:lumMod val="75000"/>
                </a:schemeClr>
              </a:solidFill>
            </a:endParaRPr>
          </a:p>
          <a:p>
            <a:pPr marL="342900" marR="0" lvl="0" indent="-342900" algn="l" defTabSz="914400" rtl="1" eaLnBrk="1" fontAlgn="auto" latinLnBrk="0" hangingPunct="1">
              <a:lnSpc>
                <a:spcPct val="100000"/>
              </a:lnSpc>
              <a:spcBef>
                <a:spcPct val="20000"/>
              </a:spcBef>
              <a:spcAft>
                <a:spcPts val="0"/>
              </a:spcAft>
              <a:buClrTx/>
              <a:buSzTx/>
              <a:tabLst/>
              <a:defRPr/>
            </a:pPr>
            <a:endParaRPr kumimoji="0" lang="ar-YE" sz="1600" b="0" i="0" u="none" strike="noStrike" kern="1200" cap="none" spc="0" normalizeH="0" baseline="0" noProof="0" dirty="0">
              <a:ln>
                <a:noFill/>
              </a:ln>
              <a:solidFill>
                <a:schemeClr val="accent1">
                  <a:lumMod val="75000"/>
                </a:schemeClr>
              </a:solidFill>
              <a:effectLst/>
              <a:uLnTx/>
              <a:uFillTx/>
              <a:latin typeface="+mj-lt"/>
              <a:ea typeface="+mn-ea"/>
              <a:cs typeface="+mn-cs"/>
            </a:endParaRPr>
          </a:p>
        </p:txBody>
      </p:sp>
      <p:pic>
        <p:nvPicPr>
          <p:cNvPr id="10" name="Picture 6"/>
          <p:cNvPicPr>
            <a:picLocks noChangeAspect="1" noChangeArrowheads="1"/>
          </p:cNvPicPr>
          <p:nvPr/>
        </p:nvPicPr>
        <p:blipFill>
          <a:blip r:embed="rId2"/>
          <a:stretch>
            <a:fillRect/>
          </a:stretch>
        </p:blipFill>
        <p:spPr>
          <a:xfrm>
            <a:off x="1522750" y="990599"/>
            <a:ext cx="5946098" cy="5181600"/>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Above"/>
            <a:lightRig rig="threePt" dir="t"/>
          </a:scene3d>
          <a:sp3d contourW="6350" prstMaterial="matte">
            <a:bevelT w="101600" h="101600"/>
            <a:contourClr>
              <a:srgbClr val="969696"/>
            </a:contourClr>
          </a:sp3d>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7391400" y="6553200"/>
            <a:ext cx="1752600" cy="304800"/>
          </a:xfrm>
          <a:prstGeom prst="rect">
            <a:avLst/>
          </a:prstGeom>
        </p:spPr>
        <p:txBody>
          <a:bodyPr vert="horz" lIns="91440" tIns="45720" rIns="91440" bIns="45720" rtlCol="1">
            <a:normAutofit fontScale="92500" lnSpcReduction="10000"/>
          </a:bodyPr>
          <a:lstStyle/>
          <a:p>
            <a:pPr marL="342900" indent="-342900">
              <a:spcBef>
                <a:spcPct val="20000"/>
              </a:spcBef>
            </a:pPr>
            <a:r>
              <a:rPr lang="ar-YE" sz="1600" b="1" dirty="0" smtClean="0">
                <a:solidFill>
                  <a:schemeClr val="accent1">
                    <a:lumMod val="75000"/>
                  </a:schemeClr>
                </a:solidFill>
              </a:rPr>
              <a:t>أ.حسن عبدالرقيب أسعد</a:t>
            </a:r>
            <a:endParaRPr lang="en-US" sz="1600" b="1" dirty="0" smtClean="0">
              <a:solidFill>
                <a:schemeClr val="accent1">
                  <a:lumMod val="75000"/>
                </a:schemeClr>
              </a:solidFill>
            </a:endParaRPr>
          </a:p>
          <a:p>
            <a:pPr marL="342900" marR="0" lvl="0" indent="-342900" algn="l" defTabSz="914400" rtl="1" eaLnBrk="1" fontAlgn="auto" latinLnBrk="0" hangingPunct="1">
              <a:lnSpc>
                <a:spcPct val="100000"/>
              </a:lnSpc>
              <a:spcBef>
                <a:spcPct val="20000"/>
              </a:spcBef>
              <a:spcAft>
                <a:spcPts val="0"/>
              </a:spcAft>
              <a:buClrTx/>
              <a:buSzTx/>
              <a:tabLst/>
              <a:defRPr/>
            </a:pPr>
            <a:endParaRPr kumimoji="0" lang="ar-YE" sz="1600" b="0" i="0" u="none" strike="noStrike" kern="1200" cap="none" spc="0" normalizeH="0" baseline="0" noProof="0" dirty="0">
              <a:ln>
                <a:noFill/>
              </a:ln>
              <a:solidFill>
                <a:schemeClr val="accent1">
                  <a:lumMod val="75000"/>
                </a:schemeClr>
              </a:solidFill>
              <a:effectLst/>
              <a:uLnTx/>
              <a:uFillTx/>
              <a:latin typeface="+mj-lt"/>
              <a:ea typeface="+mn-ea"/>
              <a:cs typeface="+mn-cs"/>
            </a:endParaRPr>
          </a:p>
        </p:txBody>
      </p:sp>
      <p:sp>
        <p:nvSpPr>
          <p:cNvPr id="5" name="Title 1"/>
          <p:cNvSpPr>
            <a:spLocks noGrp="1"/>
          </p:cNvSpPr>
          <p:nvPr>
            <p:ph type="title"/>
          </p:nvPr>
        </p:nvSpPr>
        <p:spPr>
          <a:xfrm>
            <a:off x="457200" y="-152400"/>
            <a:ext cx="8229600" cy="1219200"/>
          </a:xfrm>
        </p:spPr>
        <p:txBody>
          <a:bodyPr>
            <a:normAutofit/>
          </a:bodyPr>
          <a:lstStyle/>
          <a:p>
            <a:pPr algn="r"/>
            <a:r>
              <a:rPr lang="en-US" sz="3200" dirty="0" err="1" smtClean="0">
                <a:solidFill>
                  <a:schemeClr val="tx2">
                    <a:lumMod val="75000"/>
                  </a:schemeClr>
                </a:solidFill>
                <a:latin typeface="Arabic Typesetting" pitchFamily="66" charset="-78"/>
                <a:cs typeface="Arabic Typesetting" pitchFamily="66" charset="-78"/>
              </a:rPr>
              <a:t>MeshTopology</a:t>
            </a:r>
            <a:endParaRPr lang="en-US" sz="3200" dirty="0">
              <a:solidFill>
                <a:schemeClr val="tx2">
                  <a:lumMod val="75000"/>
                </a:schemeClr>
              </a:solidFill>
              <a:latin typeface="Arabic Typesetting" pitchFamily="66" charset="-78"/>
              <a:cs typeface="Arabic Typesetting" pitchFamily="66" charset="-78"/>
            </a:endParaRPr>
          </a:p>
        </p:txBody>
      </p:sp>
      <p:grpSp>
        <p:nvGrpSpPr>
          <p:cNvPr id="6" name="Group 5"/>
          <p:cNvGrpSpPr/>
          <p:nvPr/>
        </p:nvGrpSpPr>
        <p:grpSpPr>
          <a:xfrm>
            <a:off x="5562600" y="685800"/>
            <a:ext cx="2971800" cy="76200"/>
            <a:chOff x="5562600" y="1066800"/>
            <a:chExt cx="2971800" cy="76200"/>
          </a:xfrm>
        </p:grpSpPr>
        <p:cxnSp>
          <p:nvCxnSpPr>
            <p:cNvPr id="7" name="Straight Connector 6"/>
            <p:cNvCxnSpPr/>
            <p:nvPr/>
          </p:nvCxnSpPr>
          <p:spPr>
            <a:xfrm flipH="1">
              <a:off x="5562600" y="1066800"/>
              <a:ext cx="29718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flipH="1">
              <a:off x="6096000" y="1143000"/>
              <a:ext cx="2438400" cy="0"/>
            </a:xfrm>
            <a:prstGeom prst="line">
              <a:avLst/>
            </a:prstGeom>
          </p:spPr>
          <p:style>
            <a:lnRef idx="1">
              <a:schemeClr val="accent1"/>
            </a:lnRef>
            <a:fillRef idx="0">
              <a:schemeClr val="accent1"/>
            </a:fillRef>
            <a:effectRef idx="0">
              <a:schemeClr val="accent1"/>
            </a:effectRef>
            <a:fontRef idx="minor">
              <a:schemeClr val="tx1"/>
            </a:fontRef>
          </p:style>
        </p:cxnSp>
      </p:grpSp>
      <p:sp>
        <p:nvSpPr>
          <p:cNvPr id="9" name="Content Placeholder 2"/>
          <p:cNvSpPr>
            <a:spLocks noGrp="1"/>
          </p:cNvSpPr>
          <p:nvPr>
            <p:ph idx="1"/>
          </p:nvPr>
        </p:nvSpPr>
        <p:spPr>
          <a:xfrm>
            <a:off x="457200" y="685801"/>
            <a:ext cx="8229600" cy="5562600"/>
          </a:xfrm>
        </p:spPr>
        <p:txBody>
          <a:bodyPr>
            <a:normAutofit/>
          </a:bodyPr>
          <a:lstStyle/>
          <a:p>
            <a:r>
              <a:rPr lang="ar-YE" sz="1800" b="1" dirty="0">
                <a:solidFill>
                  <a:schemeClr val="tx1">
                    <a:lumMod val="75000"/>
                    <a:lumOff val="25000"/>
                  </a:schemeClr>
                </a:solidFill>
              </a:rPr>
              <a:t>هذا النوع من التوصيل غالباً يستخدم في توصيل شبكات الهاتف التي يكون انقطاع الشبكة فيها مكلف جداً، فيتم توصيل كل نقطة بعدة نقاط تحسباً لأي طارئ فيتم التواصل عبر الخطوط الأخرى  .</a:t>
            </a:r>
          </a:p>
          <a:p>
            <a:r>
              <a:rPr lang="ar-YE" sz="1800" b="1" dirty="0">
                <a:solidFill>
                  <a:schemeClr val="tx1">
                    <a:lumMod val="75000"/>
                    <a:lumOff val="25000"/>
                  </a:schemeClr>
                </a:solidFill>
              </a:rPr>
              <a:t>مكلف جداً حيث نحتاج لتوصيل </a:t>
            </a:r>
            <a:r>
              <a:rPr lang="ar-SA" sz="1800" b="1" dirty="0">
                <a:solidFill>
                  <a:schemeClr val="tx1">
                    <a:lumMod val="75000"/>
                    <a:lumOff val="25000"/>
                  </a:schemeClr>
                </a:solidFill>
              </a:rPr>
              <a:t>(</a:t>
            </a:r>
            <a:r>
              <a:rPr lang="en-US" sz="1800" b="1" dirty="0">
                <a:solidFill>
                  <a:schemeClr val="tx1">
                    <a:lumMod val="75000"/>
                    <a:lumOff val="25000"/>
                  </a:schemeClr>
                </a:solidFill>
              </a:rPr>
              <a:t>n</a:t>
            </a:r>
            <a:r>
              <a:rPr lang="ar-SA" sz="1800" b="1" dirty="0">
                <a:solidFill>
                  <a:schemeClr val="tx1">
                    <a:lumMod val="75000"/>
                    <a:lumOff val="25000"/>
                  </a:schemeClr>
                </a:solidFill>
              </a:rPr>
              <a:t>) </a:t>
            </a:r>
            <a:r>
              <a:rPr lang="ar-YE" sz="1800" b="1" dirty="0">
                <a:solidFill>
                  <a:schemeClr val="tx1">
                    <a:lumMod val="75000"/>
                    <a:lumOff val="25000"/>
                  </a:schemeClr>
                </a:solidFill>
              </a:rPr>
              <a:t>من الأجهزة</a:t>
            </a:r>
            <a:r>
              <a:rPr lang="ar-SA" sz="1800" b="1" dirty="0">
                <a:solidFill>
                  <a:schemeClr val="tx1">
                    <a:lumMod val="75000"/>
                    <a:lumOff val="25000"/>
                  </a:schemeClr>
                </a:solidFill>
              </a:rPr>
              <a:t> </a:t>
            </a:r>
            <a:r>
              <a:rPr lang="ar-YE" sz="1800" b="1" dirty="0">
                <a:solidFill>
                  <a:schemeClr val="tx1">
                    <a:lumMod val="75000"/>
                    <a:lumOff val="25000"/>
                  </a:schemeClr>
                </a:solidFill>
              </a:rPr>
              <a:t>إلى </a:t>
            </a:r>
            <a:r>
              <a:rPr lang="ar-SA" sz="1800" b="1" dirty="0">
                <a:solidFill>
                  <a:schemeClr val="tx1">
                    <a:lumMod val="75000"/>
                    <a:lumOff val="25000"/>
                  </a:schemeClr>
                </a:solidFill>
              </a:rPr>
              <a:t>عدد (</a:t>
            </a:r>
            <a:r>
              <a:rPr lang="en-US" sz="1800" b="1" dirty="0">
                <a:solidFill>
                  <a:schemeClr val="tx1">
                    <a:lumMod val="75000"/>
                    <a:lumOff val="25000"/>
                  </a:schemeClr>
                </a:solidFill>
              </a:rPr>
              <a:t>n-1</a:t>
            </a:r>
            <a:r>
              <a:rPr lang="ar-SA" sz="1800" b="1" dirty="0">
                <a:solidFill>
                  <a:schemeClr val="tx1">
                    <a:lumMod val="75000"/>
                    <a:lumOff val="25000"/>
                  </a:schemeClr>
                </a:solidFill>
              </a:rPr>
              <a:t>) من كروت الشبكة .</a:t>
            </a:r>
            <a:endParaRPr lang="en-US" sz="1800" b="1" dirty="0">
              <a:solidFill>
                <a:schemeClr val="tx1">
                  <a:lumMod val="75000"/>
                  <a:lumOff val="25000"/>
                </a:schemeClr>
              </a:solidFill>
            </a:endParaRPr>
          </a:p>
          <a:p>
            <a:pPr marL="0" indent="0">
              <a:buNone/>
            </a:pPr>
            <a:endParaRPr lang="en-US" sz="1800" b="1" dirty="0" smtClean="0">
              <a:solidFill>
                <a:srgbClr val="C00000"/>
              </a:solidFill>
            </a:endParaRPr>
          </a:p>
          <a:p>
            <a:pPr marL="0" indent="0" algn="r">
              <a:buNone/>
            </a:pPr>
            <a:endParaRPr lang="ar-YE" sz="1800" b="1" dirty="0" smtClean="0">
              <a:solidFill>
                <a:srgbClr val="C00000"/>
              </a:solidFill>
            </a:endParaRPr>
          </a:p>
          <a:p>
            <a:pPr marL="0" indent="0">
              <a:buNone/>
            </a:pPr>
            <a:endParaRPr lang="ar-YE" sz="1800" b="1" u="sng" dirty="0" smtClean="0">
              <a:solidFill>
                <a:schemeClr val="tx1">
                  <a:lumMod val="75000"/>
                  <a:lumOff val="25000"/>
                </a:schemeClr>
              </a:solidFill>
            </a:endParaRPr>
          </a:p>
          <a:p>
            <a:pPr marL="0" indent="0" algn="r">
              <a:buNone/>
            </a:pPr>
            <a:endParaRPr lang="ar-YE" sz="1800" b="1" u="sng" dirty="0" smtClean="0">
              <a:solidFill>
                <a:schemeClr val="tx1">
                  <a:lumMod val="75000"/>
                  <a:lumOff val="25000"/>
                </a:schemeClr>
              </a:solidFill>
            </a:endParaRPr>
          </a:p>
          <a:p>
            <a:pPr marL="0" indent="0" algn="r">
              <a:buNone/>
            </a:pPr>
            <a:endParaRPr lang="ar-YE" sz="1800" b="1" u="sng" dirty="0" smtClean="0">
              <a:solidFill>
                <a:schemeClr val="tx1">
                  <a:lumMod val="75000"/>
                  <a:lumOff val="25000"/>
                </a:schemeClr>
              </a:solidFill>
            </a:endParaRPr>
          </a:p>
          <a:p>
            <a:pPr marL="0" indent="0" algn="r">
              <a:buNone/>
            </a:pPr>
            <a:endParaRPr lang="ar-YE" sz="1800" b="1" u="sng" dirty="0" smtClean="0">
              <a:solidFill>
                <a:schemeClr val="tx1">
                  <a:lumMod val="75000"/>
                  <a:lumOff val="25000"/>
                </a:schemeClr>
              </a:solidFill>
            </a:endParaRPr>
          </a:p>
          <a:p>
            <a:pPr marL="0" indent="0" algn="r">
              <a:buNone/>
            </a:pPr>
            <a:endParaRPr lang="ar-YE" sz="1800" b="1" u="sng" dirty="0" smtClean="0">
              <a:solidFill>
                <a:schemeClr val="tx1">
                  <a:lumMod val="75000"/>
                  <a:lumOff val="25000"/>
                </a:schemeClr>
              </a:solidFill>
            </a:endParaRPr>
          </a:p>
        </p:txBody>
      </p:sp>
      <p:grpSp>
        <p:nvGrpSpPr>
          <p:cNvPr id="132" name="Group 287"/>
          <p:cNvGrpSpPr>
            <a:grpSpLocks/>
          </p:cNvGrpSpPr>
          <p:nvPr/>
        </p:nvGrpSpPr>
        <p:grpSpPr bwMode="auto">
          <a:xfrm>
            <a:off x="76200" y="1744662"/>
            <a:ext cx="7315200" cy="4960938"/>
            <a:chOff x="576" y="716"/>
            <a:chExt cx="4608" cy="3125"/>
          </a:xfrm>
        </p:grpSpPr>
        <p:sp>
          <p:nvSpPr>
            <p:cNvPr id="133" name="Rectangle 280"/>
            <p:cNvSpPr>
              <a:spLocks noChangeArrowheads="1"/>
            </p:cNvSpPr>
            <p:nvPr/>
          </p:nvSpPr>
          <p:spPr bwMode="auto">
            <a:xfrm>
              <a:off x="576" y="716"/>
              <a:ext cx="4608" cy="3125"/>
            </a:xfrm>
            <a:prstGeom prst="rect">
              <a:avLst/>
            </a:prstGeom>
            <a:gradFill rotWithShape="0">
              <a:gsLst>
                <a:gs pos="0">
                  <a:srgbClr val="FFCC66"/>
                </a:gs>
                <a:gs pos="100000">
                  <a:srgbClr val="FCFEB9"/>
                </a:gs>
              </a:gsLst>
              <a:lin ang="0" scaled="1"/>
            </a:gradFill>
            <a:ln w="9525">
              <a:noFill/>
              <a:miter lim="800000"/>
              <a:headEnd/>
              <a:tailEnd/>
            </a:ln>
            <a:effectLst/>
          </p:spPr>
          <p:txBody>
            <a:bodyPr wrap="none"/>
            <a:lstStyle/>
            <a:p>
              <a:pPr eaLnBrk="0" hangingPunct="0"/>
              <a:endParaRPr lang="en-US" sz="2400"/>
            </a:p>
          </p:txBody>
        </p:sp>
        <p:grpSp>
          <p:nvGrpSpPr>
            <p:cNvPr id="134" name="Group 286"/>
            <p:cNvGrpSpPr>
              <a:grpSpLocks/>
            </p:cNvGrpSpPr>
            <p:nvPr/>
          </p:nvGrpSpPr>
          <p:grpSpPr bwMode="auto">
            <a:xfrm>
              <a:off x="1019" y="780"/>
              <a:ext cx="3721" cy="2997"/>
              <a:chOff x="898" y="816"/>
              <a:chExt cx="3721" cy="2997"/>
            </a:xfrm>
          </p:grpSpPr>
          <p:sp>
            <p:nvSpPr>
              <p:cNvPr id="135" name="Oval 205"/>
              <p:cNvSpPr>
                <a:spLocks noChangeArrowheads="1"/>
              </p:cNvSpPr>
              <p:nvPr/>
            </p:nvSpPr>
            <p:spPr bwMode="auto">
              <a:xfrm>
                <a:off x="898" y="1213"/>
                <a:ext cx="3721" cy="2397"/>
              </a:xfrm>
              <a:prstGeom prst="ellipse">
                <a:avLst/>
              </a:prstGeom>
              <a:gradFill rotWithShape="0">
                <a:gsLst>
                  <a:gs pos="0">
                    <a:srgbClr val="FCFEBC"/>
                  </a:gs>
                  <a:gs pos="100000">
                    <a:srgbClr val="FFFFEB"/>
                  </a:gs>
                </a:gsLst>
                <a:lin ang="0" scaled="1"/>
              </a:gradFill>
              <a:ln w="12700">
                <a:noFill/>
                <a:round/>
                <a:headEnd/>
                <a:tailEnd/>
              </a:ln>
              <a:effectLst/>
            </p:spPr>
            <p:txBody>
              <a:bodyPr wrap="none" anchor="ctr"/>
              <a:lstStyle/>
              <a:p>
                <a:pPr algn="ctr" eaLnBrk="0" hangingPunct="0"/>
                <a:endParaRPr lang="en-US" sz="2400"/>
              </a:p>
            </p:txBody>
          </p:sp>
          <p:sp>
            <p:nvSpPr>
              <p:cNvPr id="136" name="AutoShape 209"/>
              <p:cNvSpPr>
                <a:spLocks noChangeArrowheads="1"/>
              </p:cNvSpPr>
              <p:nvPr/>
            </p:nvSpPr>
            <p:spPr bwMode="auto">
              <a:xfrm rot="-10800000">
                <a:off x="2165" y="3047"/>
                <a:ext cx="1204" cy="388"/>
              </a:xfrm>
              <a:prstGeom prst="leftRightArrow">
                <a:avLst>
                  <a:gd name="adj1" fmla="val 50000"/>
                  <a:gd name="adj2" fmla="val 62062"/>
                </a:avLst>
              </a:prstGeom>
              <a:solidFill>
                <a:srgbClr val="FFCC00"/>
              </a:solidFill>
              <a:ln w="9525">
                <a:solidFill>
                  <a:srgbClr val="FF6600"/>
                </a:solidFill>
                <a:miter lim="800000"/>
                <a:headEnd/>
                <a:tailEnd/>
              </a:ln>
              <a:effectLst>
                <a:outerShdw dist="28398" dir="1593903" algn="ctr" rotWithShape="0">
                  <a:srgbClr val="C0C0C0"/>
                </a:outerShdw>
              </a:effectLst>
            </p:spPr>
            <p:txBody>
              <a:bodyPr wrap="none" anchor="ctr"/>
              <a:lstStyle/>
              <a:p>
                <a:endParaRPr lang="en-US"/>
              </a:p>
            </p:txBody>
          </p:sp>
          <p:grpSp>
            <p:nvGrpSpPr>
              <p:cNvPr id="137" name="Group 249"/>
              <p:cNvGrpSpPr>
                <a:grpSpLocks/>
              </p:cNvGrpSpPr>
              <p:nvPr/>
            </p:nvGrpSpPr>
            <p:grpSpPr bwMode="auto">
              <a:xfrm>
                <a:off x="2580" y="1671"/>
                <a:ext cx="372" cy="1362"/>
                <a:chOff x="2926" y="857"/>
                <a:chExt cx="283" cy="1032"/>
              </a:xfrm>
            </p:grpSpPr>
            <p:sp>
              <p:nvSpPr>
                <p:cNvPr id="145" name="AutoShape 210"/>
                <p:cNvSpPr>
                  <a:spLocks noChangeArrowheads="1"/>
                </p:cNvSpPr>
                <p:nvPr/>
              </p:nvSpPr>
              <p:spPr bwMode="auto">
                <a:xfrm rot="-8100000">
                  <a:off x="2552" y="1231"/>
                  <a:ext cx="1032" cy="283"/>
                </a:xfrm>
                <a:prstGeom prst="leftRightArrow">
                  <a:avLst>
                    <a:gd name="adj1" fmla="val 50000"/>
                    <a:gd name="adj2" fmla="val 72933"/>
                  </a:avLst>
                </a:prstGeom>
                <a:solidFill>
                  <a:srgbClr val="FFCC00"/>
                </a:solidFill>
                <a:ln w="9525">
                  <a:solidFill>
                    <a:srgbClr val="FF6600"/>
                  </a:solidFill>
                  <a:miter lim="800000"/>
                  <a:headEnd/>
                  <a:tailEnd/>
                </a:ln>
                <a:effectLst>
                  <a:outerShdw dist="28398" dir="1593903" algn="ctr" rotWithShape="0">
                    <a:srgbClr val="C0C0C0"/>
                  </a:outerShdw>
                </a:effectLst>
              </p:spPr>
              <p:txBody>
                <a:bodyPr wrap="none" anchor="ctr"/>
                <a:lstStyle/>
                <a:p>
                  <a:endParaRPr lang="en-US"/>
                </a:p>
              </p:txBody>
            </p:sp>
            <p:sp>
              <p:nvSpPr>
                <p:cNvPr id="146" name="AutoShape 212"/>
                <p:cNvSpPr>
                  <a:spLocks noChangeArrowheads="1"/>
                </p:cNvSpPr>
                <p:nvPr/>
              </p:nvSpPr>
              <p:spPr bwMode="auto">
                <a:xfrm rot="8100000" flipH="1">
                  <a:off x="2552" y="1231"/>
                  <a:ext cx="1032" cy="283"/>
                </a:xfrm>
                <a:prstGeom prst="leftRightArrow">
                  <a:avLst>
                    <a:gd name="adj1" fmla="val 50000"/>
                    <a:gd name="adj2" fmla="val 72933"/>
                  </a:avLst>
                </a:prstGeom>
                <a:solidFill>
                  <a:srgbClr val="FFCC00"/>
                </a:solidFill>
                <a:ln w="9525">
                  <a:solidFill>
                    <a:srgbClr val="FF6600"/>
                  </a:solidFill>
                  <a:miter lim="800000"/>
                  <a:headEnd/>
                  <a:tailEnd/>
                </a:ln>
                <a:effectLst>
                  <a:outerShdw dist="28398" dir="1593903" algn="ctr" rotWithShape="0">
                    <a:srgbClr val="C0C0C0"/>
                  </a:outerShdw>
                </a:effectLst>
              </p:spPr>
              <p:txBody>
                <a:bodyPr wrap="none" anchor="ctr"/>
                <a:lstStyle/>
                <a:p>
                  <a:endParaRPr lang="en-US"/>
                </a:p>
              </p:txBody>
            </p:sp>
          </p:grpSp>
          <p:sp>
            <p:nvSpPr>
              <p:cNvPr id="138" name="AutoShape 250"/>
              <p:cNvSpPr>
                <a:spLocks noChangeArrowheads="1"/>
              </p:cNvSpPr>
              <p:nvPr/>
            </p:nvSpPr>
            <p:spPr bwMode="auto">
              <a:xfrm rot="-5400000">
                <a:off x="1264" y="2041"/>
                <a:ext cx="759" cy="387"/>
              </a:xfrm>
              <a:prstGeom prst="leftRightArrow">
                <a:avLst>
                  <a:gd name="adj1" fmla="val 50880"/>
                  <a:gd name="adj2" fmla="val 66837"/>
                </a:avLst>
              </a:prstGeom>
              <a:solidFill>
                <a:srgbClr val="FFCC00"/>
              </a:solidFill>
              <a:ln w="9525">
                <a:solidFill>
                  <a:srgbClr val="FF6600"/>
                </a:solidFill>
                <a:miter lim="800000"/>
                <a:headEnd/>
                <a:tailEnd/>
              </a:ln>
              <a:effectLst>
                <a:outerShdw dist="28398" dir="1593903" algn="ctr" rotWithShape="0">
                  <a:srgbClr val="C0C0C0"/>
                </a:outerShdw>
              </a:effectLst>
            </p:spPr>
            <p:txBody>
              <a:bodyPr wrap="none" anchor="ctr"/>
              <a:lstStyle/>
              <a:p>
                <a:endParaRPr lang="en-US"/>
              </a:p>
            </p:txBody>
          </p:sp>
          <p:sp>
            <p:nvSpPr>
              <p:cNvPr id="139" name="AutoShape 251"/>
              <p:cNvSpPr>
                <a:spLocks noChangeArrowheads="1"/>
              </p:cNvSpPr>
              <p:nvPr/>
            </p:nvSpPr>
            <p:spPr bwMode="auto">
              <a:xfrm rot="-10800000">
                <a:off x="2165" y="1307"/>
                <a:ext cx="1204" cy="388"/>
              </a:xfrm>
              <a:prstGeom prst="leftRightArrow">
                <a:avLst>
                  <a:gd name="adj1" fmla="val 50000"/>
                  <a:gd name="adj2" fmla="val 62062"/>
                </a:avLst>
              </a:prstGeom>
              <a:solidFill>
                <a:srgbClr val="FFCC00"/>
              </a:solidFill>
              <a:ln w="9525">
                <a:solidFill>
                  <a:srgbClr val="FF6600"/>
                </a:solidFill>
                <a:miter lim="800000"/>
                <a:headEnd/>
                <a:tailEnd/>
              </a:ln>
              <a:effectLst>
                <a:outerShdw dist="28398" dir="1593903" algn="ctr" rotWithShape="0">
                  <a:srgbClr val="C0C0C0"/>
                </a:outerShdw>
              </a:effectLst>
            </p:spPr>
            <p:txBody>
              <a:bodyPr wrap="none" anchor="ctr"/>
              <a:lstStyle/>
              <a:p>
                <a:endParaRPr lang="en-US"/>
              </a:p>
            </p:txBody>
          </p:sp>
          <p:sp>
            <p:nvSpPr>
              <p:cNvPr id="140" name="AutoShape 253"/>
              <p:cNvSpPr>
                <a:spLocks noChangeArrowheads="1"/>
              </p:cNvSpPr>
              <p:nvPr/>
            </p:nvSpPr>
            <p:spPr bwMode="auto">
              <a:xfrm rot="-5400000">
                <a:off x="3473" y="2041"/>
                <a:ext cx="759" cy="388"/>
              </a:xfrm>
              <a:prstGeom prst="leftRightArrow">
                <a:avLst>
                  <a:gd name="adj1" fmla="val 50880"/>
                  <a:gd name="adj2" fmla="val 66664"/>
                </a:avLst>
              </a:prstGeom>
              <a:solidFill>
                <a:srgbClr val="FFCC00"/>
              </a:solidFill>
              <a:ln w="9525">
                <a:solidFill>
                  <a:srgbClr val="FF6600"/>
                </a:solidFill>
                <a:miter lim="800000"/>
                <a:headEnd/>
                <a:tailEnd/>
              </a:ln>
              <a:effectLst>
                <a:outerShdw dist="28398" dir="1593903" algn="ctr" rotWithShape="0">
                  <a:srgbClr val="C0C0C0"/>
                </a:outerShdw>
              </a:effectLst>
            </p:spPr>
            <p:txBody>
              <a:bodyPr wrap="none" anchor="ctr"/>
              <a:lstStyle/>
              <a:p>
                <a:endParaRPr lang="en-US"/>
              </a:p>
            </p:txBody>
          </p:sp>
          <p:pic>
            <p:nvPicPr>
              <p:cNvPr id="141" name="Picture 282" descr="Computer3"/>
              <p:cNvPicPr>
                <a:picLocks noChangeAspect="1" noChangeArrowheads="1"/>
              </p:cNvPicPr>
              <p:nvPr/>
            </p:nvPicPr>
            <p:blipFill>
              <a:blip r:embed="rId2"/>
              <a:srcRect/>
              <a:stretch>
                <a:fillRect/>
              </a:stretch>
            </p:blipFill>
            <p:spPr bwMode="auto">
              <a:xfrm>
                <a:off x="1133" y="816"/>
                <a:ext cx="979" cy="1066"/>
              </a:xfrm>
              <a:prstGeom prst="rect">
                <a:avLst/>
              </a:prstGeom>
              <a:noFill/>
            </p:spPr>
          </p:pic>
          <p:pic>
            <p:nvPicPr>
              <p:cNvPr id="142" name="Picture 283" descr="Computer3"/>
              <p:cNvPicPr>
                <a:picLocks noChangeAspect="1" noChangeArrowheads="1"/>
              </p:cNvPicPr>
              <p:nvPr/>
            </p:nvPicPr>
            <p:blipFill>
              <a:blip r:embed="rId2"/>
              <a:srcRect/>
              <a:stretch>
                <a:fillRect/>
              </a:stretch>
            </p:blipFill>
            <p:spPr bwMode="auto">
              <a:xfrm>
                <a:off x="3438" y="816"/>
                <a:ext cx="979" cy="1066"/>
              </a:xfrm>
              <a:prstGeom prst="rect">
                <a:avLst/>
              </a:prstGeom>
              <a:noFill/>
            </p:spPr>
          </p:pic>
          <p:pic>
            <p:nvPicPr>
              <p:cNvPr id="143" name="Picture 284" descr="Computer3"/>
              <p:cNvPicPr>
                <a:picLocks noChangeAspect="1" noChangeArrowheads="1"/>
              </p:cNvPicPr>
              <p:nvPr/>
            </p:nvPicPr>
            <p:blipFill>
              <a:blip r:embed="rId2"/>
              <a:srcRect/>
              <a:stretch>
                <a:fillRect/>
              </a:stretch>
            </p:blipFill>
            <p:spPr bwMode="auto">
              <a:xfrm>
                <a:off x="1133" y="2747"/>
                <a:ext cx="979" cy="1066"/>
              </a:xfrm>
              <a:prstGeom prst="rect">
                <a:avLst/>
              </a:prstGeom>
              <a:noFill/>
            </p:spPr>
          </p:pic>
          <p:pic>
            <p:nvPicPr>
              <p:cNvPr id="144" name="Picture 285" descr="Computer3"/>
              <p:cNvPicPr>
                <a:picLocks noChangeAspect="1" noChangeArrowheads="1"/>
              </p:cNvPicPr>
              <p:nvPr/>
            </p:nvPicPr>
            <p:blipFill>
              <a:blip r:embed="rId2"/>
              <a:srcRect/>
              <a:stretch>
                <a:fillRect/>
              </a:stretch>
            </p:blipFill>
            <p:spPr bwMode="auto">
              <a:xfrm>
                <a:off x="3438" y="2747"/>
                <a:ext cx="979" cy="1066"/>
              </a:xfrm>
              <a:prstGeom prst="rect">
                <a:avLst/>
              </a:prstGeom>
              <a:noFill/>
            </p:spPr>
          </p:pic>
        </p:grpSp>
      </p:grpSp>
    </p:spTree>
    <p:extLst>
      <p:ext uri="{BB962C8B-B14F-4D97-AF65-F5344CB8AC3E}">
        <p14:creationId xmlns:p14="http://schemas.microsoft.com/office/powerpoint/2010/main" val="351173518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7391400" y="6553200"/>
            <a:ext cx="1752600" cy="304800"/>
          </a:xfrm>
          <a:prstGeom prst="rect">
            <a:avLst/>
          </a:prstGeom>
        </p:spPr>
        <p:txBody>
          <a:bodyPr vert="horz" lIns="91440" tIns="45720" rIns="91440" bIns="45720" rtlCol="1">
            <a:normAutofit fontScale="92500" lnSpcReduction="10000"/>
          </a:bodyPr>
          <a:lstStyle/>
          <a:p>
            <a:pPr marL="342900" indent="-342900">
              <a:spcBef>
                <a:spcPct val="20000"/>
              </a:spcBef>
            </a:pPr>
            <a:r>
              <a:rPr lang="ar-YE" sz="1600" b="1" dirty="0" smtClean="0">
                <a:solidFill>
                  <a:schemeClr val="accent1">
                    <a:lumMod val="75000"/>
                  </a:schemeClr>
                </a:solidFill>
              </a:rPr>
              <a:t>أ.حسن عبدالرقيب أسعد</a:t>
            </a:r>
            <a:endParaRPr lang="en-US" sz="1600" b="1" dirty="0" smtClean="0">
              <a:solidFill>
                <a:schemeClr val="accent1">
                  <a:lumMod val="75000"/>
                </a:schemeClr>
              </a:solidFill>
            </a:endParaRPr>
          </a:p>
          <a:p>
            <a:pPr marL="342900" marR="0" lvl="0" indent="-342900" algn="l" defTabSz="914400" rtl="1" eaLnBrk="1" fontAlgn="auto" latinLnBrk="0" hangingPunct="1">
              <a:lnSpc>
                <a:spcPct val="100000"/>
              </a:lnSpc>
              <a:spcBef>
                <a:spcPct val="20000"/>
              </a:spcBef>
              <a:spcAft>
                <a:spcPts val="0"/>
              </a:spcAft>
              <a:buClrTx/>
              <a:buSzTx/>
              <a:tabLst/>
              <a:defRPr/>
            </a:pPr>
            <a:endParaRPr kumimoji="0" lang="ar-YE" sz="1600" b="0" i="0" u="none" strike="noStrike" kern="1200" cap="none" spc="0" normalizeH="0" baseline="0" noProof="0" dirty="0">
              <a:ln>
                <a:noFill/>
              </a:ln>
              <a:solidFill>
                <a:schemeClr val="accent1">
                  <a:lumMod val="75000"/>
                </a:schemeClr>
              </a:solidFill>
              <a:effectLst/>
              <a:uLnTx/>
              <a:uFillTx/>
              <a:latin typeface="+mj-lt"/>
              <a:ea typeface="+mn-ea"/>
              <a:cs typeface="+mn-cs"/>
            </a:endParaRPr>
          </a:p>
        </p:txBody>
      </p:sp>
      <p:sp>
        <p:nvSpPr>
          <p:cNvPr id="5" name="Title 1"/>
          <p:cNvSpPr>
            <a:spLocks noGrp="1"/>
          </p:cNvSpPr>
          <p:nvPr>
            <p:ph type="title"/>
          </p:nvPr>
        </p:nvSpPr>
        <p:spPr>
          <a:xfrm>
            <a:off x="457200" y="-152400"/>
            <a:ext cx="8229600" cy="1219200"/>
          </a:xfrm>
        </p:spPr>
        <p:txBody>
          <a:bodyPr>
            <a:normAutofit/>
          </a:bodyPr>
          <a:lstStyle/>
          <a:p>
            <a:pPr algn="r"/>
            <a:r>
              <a:rPr lang="en-US" sz="3200" dirty="0" smtClean="0">
                <a:solidFill>
                  <a:schemeClr val="tx2">
                    <a:lumMod val="75000"/>
                  </a:schemeClr>
                </a:solidFill>
                <a:latin typeface="Arabic Typesetting" pitchFamily="66" charset="-78"/>
                <a:cs typeface="Arabic Typesetting" pitchFamily="66" charset="-78"/>
              </a:rPr>
              <a:t> Hybrid Topology</a:t>
            </a:r>
            <a:endParaRPr lang="en-US" sz="3200" dirty="0">
              <a:solidFill>
                <a:schemeClr val="tx2">
                  <a:lumMod val="75000"/>
                </a:schemeClr>
              </a:solidFill>
              <a:latin typeface="Arabic Typesetting" pitchFamily="66" charset="-78"/>
              <a:cs typeface="Arabic Typesetting" pitchFamily="66" charset="-78"/>
            </a:endParaRPr>
          </a:p>
        </p:txBody>
      </p:sp>
      <p:grpSp>
        <p:nvGrpSpPr>
          <p:cNvPr id="6" name="Group 5"/>
          <p:cNvGrpSpPr/>
          <p:nvPr/>
        </p:nvGrpSpPr>
        <p:grpSpPr>
          <a:xfrm>
            <a:off x="5562600" y="685800"/>
            <a:ext cx="2971800" cy="76200"/>
            <a:chOff x="5562600" y="1066800"/>
            <a:chExt cx="2971800" cy="76200"/>
          </a:xfrm>
        </p:grpSpPr>
        <p:cxnSp>
          <p:nvCxnSpPr>
            <p:cNvPr id="7" name="Straight Connector 6"/>
            <p:cNvCxnSpPr/>
            <p:nvPr/>
          </p:nvCxnSpPr>
          <p:spPr>
            <a:xfrm flipH="1">
              <a:off x="5562600" y="1066800"/>
              <a:ext cx="29718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flipH="1">
              <a:off x="6096000" y="1143000"/>
              <a:ext cx="2438400" cy="0"/>
            </a:xfrm>
            <a:prstGeom prst="line">
              <a:avLst/>
            </a:prstGeom>
          </p:spPr>
          <p:style>
            <a:lnRef idx="1">
              <a:schemeClr val="accent1"/>
            </a:lnRef>
            <a:fillRef idx="0">
              <a:schemeClr val="accent1"/>
            </a:fillRef>
            <a:effectRef idx="0">
              <a:schemeClr val="accent1"/>
            </a:effectRef>
            <a:fontRef idx="minor">
              <a:schemeClr val="tx1"/>
            </a:fontRef>
          </p:style>
        </p:cxnSp>
      </p:grpSp>
      <p:sp>
        <p:nvSpPr>
          <p:cNvPr id="9" name="Content Placeholder 2"/>
          <p:cNvSpPr>
            <a:spLocks noGrp="1"/>
          </p:cNvSpPr>
          <p:nvPr>
            <p:ph idx="1"/>
          </p:nvPr>
        </p:nvSpPr>
        <p:spPr>
          <a:xfrm>
            <a:off x="457200" y="685801"/>
            <a:ext cx="8229600" cy="5562600"/>
          </a:xfrm>
        </p:spPr>
        <p:txBody>
          <a:bodyPr>
            <a:normAutofit/>
          </a:bodyPr>
          <a:lstStyle/>
          <a:p>
            <a:r>
              <a:rPr lang="ar-YE" sz="1800" b="1" dirty="0">
                <a:solidFill>
                  <a:schemeClr val="tx1">
                    <a:lumMod val="75000"/>
                    <a:lumOff val="25000"/>
                  </a:schemeClr>
                </a:solidFill>
              </a:rPr>
              <a:t>في هذا النوع من التوصيل يكون عبارة عن أكثر من نوع من الأنواع السابقة في توصيل مختلط مثل</a:t>
            </a:r>
            <a:r>
              <a:rPr lang="en-US" sz="1800" b="1" dirty="0">
                <a:solidFill>
                  <a:schemeClr val="tx1">
                    <a:lumMod val="75000"/>
                    <a:lumOff val="25000"/>
                  </a:schemeClr>
                </a:solidFill>
              </a:rPr>
              <a:t> </a:t>
            </a:r>
            <a:r>
              <a:rPr lang="ar-YE" sz="1800" b="1" dirty="0">
                <a:solidFill>
                  <a:schemeClr val="tx1">
                    <a:lumMod val="75000"/>
                    <a:lumOff val="25000"/>
                  </a:schemeClr>
                </a:solidFill>
              </a:rPr>
              <a:t> </a:t>
            </a:r>
            <a:endParaRPr lang="en-US" sz="1800" b="1" dirty="0">
              <a:solidFill>
                <a:schemeClr val="tx1">
                  <a:lumMod val="75000"/>
                  <a:lumOff val="25000"/>
                </a:schemeClr>
              </a:solidFill>
            </a:endParaRPr>
          </a:p>
          <a:p>
            <a:r>
              <a:rPr lang="ar-YE" sz="1800" b="1" dirty="0">
                <a:solidFill>
                  <a:schemeClr val="tx1">
                    <a:lumMod val="75000"/>
                    <a:lumOff val="25000"/>
                  </a:schemeClr>
                </a:solidFill>
              </a:rPr>
              <a:t> (</a:t>
            </a:r>
            <a:r>
              <a:rPr lang="en-US" sz="1800" b="1" dirty="0">
                <a:solidFill>
                  <a:schemeClr val="tx1">
                    <a:lumMod val="75000"/>
                    <a:lumOff val="25000"/>
                  </a:schemeClr>
                </a:solidFill>
              </a:rPr>
              <a:t>Star-Ring</a:t>
            </a:r>
            <a:r>
              <a:rPr lang="ar-YE" sz="1800" b="1" dirty="0">
                <a:solidFill>
                  <a:schemeClr val="tx1">
                    <a:lumMod val="75000"/>
                    <a:lumOff val="25000"/>
                  </a:schemeClr>
                </a:solidFill>
              </a:rPr>
              <a:t>)</a:t>
            </a:r>
            <a:endParaRPr lang="en-US" sz="1800" b="1" dirty="0">
              <a:solidFill>
                <a:schemeClr val="tx1">
                  <a:lumMod val="75000"/>
                  <a:lumOff val="25000"/>
                </a:schemeClr>
              </a:solidFill>
            </a:endParaRPr>
          </a:p>
          <a:p>
            <a:r>
              <a:rPr lang="ar-YE" sz="1800" b="1" dirty="0">
                <a:solidFill>
                  <a:schemeClr val="tx1">
                    <a:lumMod val="75000"/>
                    <a:lumOff val="25000"/>
                  </a:schemeClr>
                </a:solidFill>
              </a:rPr>
              <a:t> </a:t>
            </a:r>
            <a:r>
              <a:rPr lang="en-US" sz="1800" b="1" dirty="0">
                <a:solidFill>
                  <a:schemeClr val="tx1">
                    <a:lumMod val="75000"/>
                    <a:lumOff val="25000"/>
                  </a:schemeClr>
                </a:solidFill>
              </a:rPr>
              <a:t>(Star-Bus)</a:t>
            </a:r>
          </a:p>
          <a:p>
            <a:r>
              <a:rPr lang="ar-YE" sz="1800" b="1" dirty="0">
                <a:solidFill>
                  <a:schemeClr val="tx1">
                    <a:lumMod val="75000"/>
                    <a:lumOff val="25000"/>
                  </a:schemeClr>
                </a:solidFill>
              </a:rPr>
              <a:t>ويستخدم في ربط أكثر من شبكة محلية </a:t>
            </a:r>
            <a:r>
              <a:rPr lang="en-US" sz="1800" b="1" dirty="0">
                <a:solidFill>
                  <a:schemeClr val="tx1">
                    <a:lumMod val="75000"/>
                    <a:lumOff val="25000"/>
                  </a:schemeClr>
                </a:solidFill>
              </a:rPr>
              <a:t>Lan2Lan</a:t>
            </a:r>
            <a:r>
              <a:rPr lang="ar-YE" sz="1800" b="1" dirty="0" smtClean="0">
                <a:solidFill>
                  <a:schemeClr val="tx1">
                    <a:lumMod val="75000"/>
                    <a:lumOff val="25000"/>
                  </a:schemeClr>
                </a:solidFill>
              </a:rPr>
              <a:t>.</a:t>
            </a:r>
            <a:endParaRPr lang="en-US" sz="1800" b="1" dirty="0" smtClean="0">
              <a:solidFill>
                <a:srgbClr val="C00000"/>
              </a:solidFill>
            </a:endParaRPr>
          </a:p>
          <a:p>
            <a:pPr marL="0" indent="0" algn="r">
              <a:buNone/>
            </a:pPr>
            <a:endParaRPr lang="ar-YE" sz="1800" b="1" dirty="0" smtClean="0">
              <a:solidFill>
                <a:srgbClr val="C00000"/>
              </a:solidFill>
            </a:endParaRPr>
          </a:p>
          <a:p>
            <a:pPr marL="0" indent="0">
              <a:buNone/>
            </a:pPr>
            <a:endParaRPr lang="ar-YE" sz="1800" b="1" u="sng" dirty="0" smtClean="0">
              <a:solidFill>
                <a:schemeClr val="tx1">
                  <a:lumMod val="75000"/>
                  <a:lumOff val="25000"/>
                </a:schemeClr>
              </a:solidFill>
            </a:endParaRPr>
          </a:p>
          <a:p>
            <a:pPr marL="0" indent="0" algn="r">
              <a:buNone/>
            </a:pPr>
            <a:endParaRPr lang="ar-YE" sz="1800" b="1" u="sng" dirty="0" smtClean="0">
              <a:solidFill>
                <a:schemeClr val="tx1">
                  <a:lumMod val="75000"/>
                  <a:lumOff val="25000"/>
                </a:schemeClr>
              </a:solidFill>
            </a:endParaRPr>
          </a:p>
          <a:p>
            <a:pPr marL="0" indent="0" algn="r">
              <a:buNone/>
            </a:pPr>
            <a:endParaRPr lang="ar-YE" sz="1800" b="1" u="sng" dirty="0" smtClean="0">
              <a:solidFill>
                <a:schemeClr val="tx1">
                  <a:lumMod val="75000"/>
                  <a:lumOff val="25000"/>
                </a:schemeClr>
              </a:solidFill>
            </a:endParaRPr>
          </a:p>
          <a:p>
            <a:pPr marL="0" indent="0" algn="r">
              <a:buNone/>
            </a:pPr>
            <a:endParaRPr lang="ar-YE" sz="1800" b="1" u="sng" dirty="0" smtClean="0">
              <a:solidFill>
                <a:schemeClr val="tx1">
                  <a:lumMod val="75000"/>
                  <a:lumOff val="25000"/>
                </a:schemeClr>
              </a:solidFill>
            </a:endParaRPr>
          </a:p>
          <a:p>
            <a:pPr marL="0" indent="0" algn="r">
              <a:buNone/>
            </a:pPr>
            <a:endParaRPr lang="ar-YE" sz="1800" b="1" u="sng" dirty="0" smtClean="0">
              <a:solidFill>
                <a:schemeClr val="tx1">
                  <a:lumMod val="75000"/>
                  <a:lumOff val="25000"/>
                </a:schemeClr>
              </a:solidFill>
            </a:endParaRPr>
          </a:p>
        </p:txBody>
      </p:sp>
      <p:grpSp>
        <p:nvGrpSpPr>
          <p:cNvPr id="10" name="Group 3324"/>
          <p:cNvGrpSpPr>
            <a:grpSpLocks/>
          </p:cNvGrpSpPr>
          <p:nvPr/>
        </p:nvGrpSpPr>
        <p:grpSpPr bwMode="auto">
          <a:xfrm>
            <a:off x="423672" y="2209801"/>
            <a:ext cx="6400800" cy="4343399"/>
            <a:chOff x="520" y="672"/>
            <a:chExt cx="4676" cy="3216"/>
          </a:xfrm>
        </p:grpSpPr>
        <p:grpSp>
          <p:nvGrpSpPr>
            <p:cNvPr id="11" name="Group 3318"/>
            <p:cNvGrpSpPr>
              <a:grpSpLocks/>
            </p:cNvGrpSpPr>
            <p:nvPr/>
          </p:nvGrpSpPr>
          <p:grpSpPr bwMode="auto">
            <a:xfrm>
              <a:off x="520" y="672"/>
              <a:ext cx="4676" cy="1408"/>
              <a:chOff x="520" y="672"/>
              <a:chExt cx="4676" cy="1408"/>
            </a:xfrm>
          </p:grpSpPr>
          <p:sp>
            <p:nvSpPr>
              <p:cNvPr id="49" name="Rectangle 3261"/>
              <p:cNvSpPr>
                <a:spLocks noChangeArrowheads="1"/>
              </p:cNvSpPr>
              <p:nvPr/>
            </p:nvSpPr>
            <p:spPr bwMode="auto">
              <a:xfrm>
                <a:off x="520" y="672"/>
                <a:ext cx="4676" cy="1408"/>
              </a:xfrm>
              <a:prstGeom prst="rect">
                <a:avLst/>
              </a:prstGeom>
              <a:gradFill rotWithShape="0">
                <a:gsLst>
                  <a:gs pos="0">
                    <a:srgbClr val="FFCC66"/>
                  </a:gs>
                  <a:gs pos="50000">
                    <a:srgbClr val="FCFEB9"/>
                  </a:gs>
                  <a:gs pos="100000">
                    <a:srgbClr val="FFCC66"/>
                  </a:gs>
                </a:gsLst>
                <a:lin ang="0" scaled="1"/>
              </a:gradFill>
              <a:ln w="9525">
                <a:noFill/>
                <a:miter lim="800000"/>
                <a:headEnd/>
                <a:tailEnd/>
              </a:ln>
              <a:effectLst/>
            </p:spPr>
            <p:txBody>
              <a:bodyPr wrap="none"/>
              <a:lstStyle/>
              <a:p>
                <a:pPr eaLnBrk="0" hangingPunct="0"/>
                <a:endParaRPr lang="en-US" sz="2000" dirty="0" smtClean="0"/>
              </a:p>
              <a:p>
                <a:pPr eaLnBrk="0" hangingPunct="0"/>
                <a:r>
                  <a:rPr lang="en-US" sz="2000" dirty="0" smtClean="0"/>
                  <a:t>Star-Bus</a:t>
                </a:r>
                <a:endParaRPr lang="en-US" sz="2000" dirty="0"/>
              </a:p>
            </p:txBody>
          </p:sp>
          <p:sp>
            <p:nvSpPr>
              <p:cNvPr id="50" name="Freeform 3264"/>
              <p:cNvSpPr>
                <a:spLocks/>
              </p:cNvSpPr>
              <p:nvPr/>
            </p:nvSpPr>
            <p:spPr bwMode="auto">
              <a:xfrm>
                <a:off x="1756" y="765"/>
                <a:ext cx="2204" cy="623"/>
              </a:xfrm>
              <a:custGeom>
                <a:avLst/>
                <a:gdLst/>
                <a:ahLst/>
                <a:cxnLst>
                  <a:cxn ang="0">
                    <a:pos x="0" y="624"/>
                  </a:cxn>
                  <a:cxn ang="0">
                    <a:pos x="0" y="0"/>
                  </a:cxn>
                  <a:cxn ang="0">
                    <a:pos x="2544" y="0"/>
                  </a:cxn>
                  <a:cxn ang="0">
                    <a:pos x="2544" y="624"/>
                  </a:cxn>
                </a:cxnLst>
                <a:rect l="0" t="0" r="r" b="b"/>
                <a:pathLst>
                  <a:path w="2544" h="624">
                    <a:moveTo>
                      <a:pt x="0" y="624"/>
                    </a:moveTo>
                    <a:lnTo>
                      <a:pt x="0" y="0"/>
                    </a:lnTo>
                    <a:lnTo>
                      <a:pt x="2544" y="0"/>
                    </a:lnTo>
                    <a:lnTo>
                      <a:pt x="2544" y="624"/>
                    </a:lnTo>
                  </a:path>
                </a:pathLst>
              </a:custGeom>
              <a:noFill/>
              <a:ln w="57150" cap="flat" cmpd="sng">
                <a:solidFill>
                  <a:srgbClr val="0000FF"/>
                </a:solidFill>
                <a:prstDash val="solid"/>
                <a:round/>
                <a:headEnd/>
                <a:tailEnd/>
              </a:ln>
              <a:effectLst/>
            </p:spPr>
            <p:txBody>
              <a:bodyPr wrap="none" anchor="ctr"/>
              <a:lstStyle/>
              <a:p>
                <a:endParaRPr lang="en-US"/>
              </a:p>
            </p:txBody>
          </p:sp>
          <p:grpSp>
            <p:nvGrpSpPr>
              <p:cNvPr id="51" name="Group 3266"/>
              <p:cNvGrpSpPr>
                <a:grpSpLocks/>
              </p:cNvGrpSpPr>
              <p:nvPr/>
            </p:nvGrpSpPr>
            <p:grpSpPr bwMode="auto">
              <a:xfrm>
                <a:off x="998" y="948"/>
                <a:ext cx="1513" cy="983"/>
                <a:chOff x="782" y="977"/>
                <a:chExt cx="1996" cy="1296"/>
              </a:xfrm>
            </p:grpSpPr>
            <p:sp>
              <p:nvSpPr>
                <p:cNvPr id="62" name="Freeform 3267"/>
                <p:cNvSpPr>
                  <a:spLocks/>
                </p:cNvSpPr>
                <p:nvPr/>
              </p:nvSpPr>
              <p:spPr bwMode="auto">
                <a:xfrm>
                  <a:off x="1166" y="1361"/>
                  <a:ext cx="480" cy="240"/>
                </a:xfrm>
                <a:custGeom>
                  <a:avLst/>
                  <a:gdLst/>
                  <a:ahLst/>
                  <a:cxnLst>
                    <a:cxn ang="0">
                      <a:pos x="480" y="336"/>
                    </a:cxn>
                    <a:cxn ang="0">
                      <a:pos x="336" y="336"/>
                    </a:cxn>
                    <a:cxn ang="0">
                      <a:pos x="336" y="0"/>
                    </a:cxn>
                    <a:cxn ang="0">
                      <a:pos x="0" y="0"/>
                    </a:cxn>
                  </a:cxnLst>
                  <a:rect l="0" t="0" r="r" b="b"/>
                  <a:pathLst>
                    <a:path w="480" h="336">
                      <a:moveTo>
                        <a:pt x="480" y="336"/>
                      </a:moveTo>
                      <a:lnTo>
                        <a:pt x="336" y="336"/>
                      </a:lnTo>
                      <a:lnTo>
                        <a:pt x="336" y="0"/>
                      </a:lnTo>
                      <a:lnTo>
                        <a:pt x="0" y="0"/>
                      </a:lnTo>
                    </a:path>
                  </a:pathLst>
                </a:custGeom>
                <a:noFill/>
                <a:ln w="38100" cap="flat" cmpd="sng">
                  <a:solidFill>
                    <a:schemeClr val="tx1"/>
                  </a:solidFill>
                  <a:prstDash val="solid"/>
                  <a:round/>
                  <a:headEnd/>
                  <a:tailEnd/>
                </a:ln>
                <a:effectLst/>
              </p:spPr>
              <p:txBody>
                <a:bodyPr wrap="none" anchor="ctr"/>
                <a:lstStyle/>
                <a:p>
                  <a:endParaRPr lang="en-US"/>
                </a:p>
              </p:txBody>
            </p:sp>
            <p:sp>
              <p:nvSpPr>
                <p:cNvPr id="63" name="Freeform 3268"/>
                <p:cNvSpPr>
                  <a:spLocks/>
                </p:cNvSpPr>
                <p:nvPr/>
              </p:nvSpPr>
              <p:spPr bwMode="auto">
                <a:xfrm flipV="1">
                  <a:off x="1166" y="1793"/>
                  <a:ext cx="480" cy="240"/>
                </a:xfrm>
                <a:custGeom>
                  <a:avLst/>
                  <a:gdLst/>
                  <a:ahLst/>
                  <a:cxnLst>
                    <a:cxn ang="0">
                      <a:pos x="480" y="336"/>
                    </a:cxn>
                    <a:cxn ang="0">
                      <a:pos x="336" y="336"/>
                    </a:cxn>
                    <a:cxn ang="0">
                      <a:pos x="336" y="0"/>
                    </a:cxn>
                    <a:cxn ang="0">
                      <a:pos x="0" y="0"/>
                    </a:cxn>
                  </a:cxnLst>
                  <a:rect l="0" t="0" r="r" b="b"/>
                  <a:pathLst>
                    <a:path w="480" h="336">
                      <a:moveTo>
                        <a:pt x="480" y="336"/>
                      </a:moveTo>
                      <a:lnTo>
                        <a:pt x="336" y="336"/>
                      </a:lnTo>
                      <a:lnTo>
                        <a:pt x="336" y="0"/>
                      </a:lnTo>
                      <a:lnTo>
                        <a:pt x="0" y="0"/>
                      </a:lnTo>
                    </a:path>
                  </a:pathLst>
                </a:custGeom>
                <a:noFill/>
                <a:ln w="38100" cap="flat" cmpd="sng">
                  <a:solidFill>
                    <a:schemeClr val="tx1"/>
                  </a:solidFill>
                  <a:prstDash val="solid"/>
                  <a:round/>
                  <a:headEnd/>
                  <a:tailEnd/>
                </a:ln>
                <a:effectLst/>
              </p:spPr>
              <p:txBody>
                <a:bodyPr wrap="none" anchor="ctr"/>
                <a:lstStyle/>
                <a:p>
                  <a:endParaRPr lang="en-US"/>
                </a:p>
              </p:txBody>
            </p:sp>
            <p:pic>
              <p:nvPicPr>
                <p:cNvPr id="64" name="Picture 3269" descr="Computer1"/>
                <p:cNvPicPr>
                  <a:picLocks noChangeAspect="1" noChangeArrowheads="1"/>
                </p:cNvPicPr>
                <p:nvPr/>
              </p:nvPicPr>
              <p:blipFill>
                <a:blip r:embed="rId2"/>
                <a:srcRect/>
                <a:stretch>
                  <a:fillRect/>
                </a:stretch>
              </p:blipFill>
              <p:spPr bwMode="auto">
                <a:xfrm>
                  <a:off x="782" y="977"/>
                  <a:ext cx="573" cy="625"/>
                </a:xfrm>
                <a:prstGeom prst="rect">
                  <a:avLst/>
                </a:prstGeom>
                <a:noFill/>
              </p:spPr>
            </p:pic>
            <p:pic>
              <p:nvPicPr>
                <p:cNvPr id="65" name="Picture 3270" descr="Computer1"/>
                <p:cNvPicPr>
                  <a:picLocks noChangeAspect="1" noChangeArrowheads="1"/>
                </p:cNvPicPr>
                <p:nvPr/>
              </p:nvPicPr>
              <p:blipFill>
                <a:blip r:embed="rId2"/>
                <a:srcRect/>
                <a:stretch>
                  <a:fillRect/>
                </a:stretch>
              </p:blipFill>
              <p:spPr bwMode="auto">
                <a:xfrm>
                  <a:off x="782" y="1648"/>
                  <a:ext cx="573" cy="625"/>
                </a:xfrm>
                <a:prstGeom prst="rect">
                  <a:avLst/>
                </a:prstGeom>
                <a:noFill/>
              </p:spPr>
            </p:pic>
            <p:sp>
              <p:nvSpPr>
                <p:cNvPr id="66" name="AutoShape 3271"/>
                <p:cNvSpPr>
                  <a:spLocks noChangeArrowheads="1"/>
                </p:cNvSpPr>
                <p:nvPr/>
              </p:nvSpPr>
              <p:spPr bwMode="auto">
                <a:xfrm>
                  <a:off x="1618" y="1548"/>
                  <a:ext cx="339" cy="314"/>
                </a:xfrm>
                <a:prstGeom prst="cube">
                  <a:avLst>
                    <a:gd name="adj" fmla="val 16208"/>
                  </a:avLst>
                </a:prstGeom>
                <a:solidFill>
                  <a:srgbClr val="C0C0C0"/>
                </a:solidFill>
                <a:ln w="9525">
                  <a:solidFill>
                    <a:srgbClr val="808000"/>
                  </a:solidFill>
                  <a:miter lim="800000"/>
                  <a:headEnd/>
                  <a:tailEnd/>
                </a:ln>
                <a:effectLst/>
              </p:spPr>
              <p:txBody>
                <a:bodyPr wrap="none" anchor="ctr"/>
                <a:lstStyle/>
                <a:p>
                  <a:pPr algn="ctr" eaLnBrk="0" hangingPunct="0"/>
                  <a:endParaRPr lang="en-US"/>
                </a:p>
              </p:txBody>
            </p:sp>
            <p:sp>
              <p:nvSpPr>
                <p:cNvPr id="67" name="Freeform 3272"/>
                <p:cNvSpPr>
                  <a:spLocks/>
                </p:cNvSpPr>
                <p:nvPr/>
              </p:nvSpPr>
              <p:spPr bwMode="auto">
                <a:xfrm flipH="1">
                  <a:off x="1934" y="1361"/>
                  <a:ext cx="480" cy="240"/>
                </a:xfrm>
                <a:custGeom>
                  <a:avLst/>
                  <a:gdLst/>
                  <a:ahLst/>
                  <a:cxnLst>
                    <a:cxn ang="0">
                      <a:pos x="480" y="336"/>
                    </a:cxn>
                    <a:cxn ang="0">
                      <a:pos x="336" y="336"/>
                    </a:cxn>
                    <a:cxn ang="0">
                      <a:pos x="336" y="0"/>
                    </a:cxn>
                    <a:cxn ang="0">
                      <a:pos x="0" y="0"/>
                    </a:cxn>
                  </a:cxnLst>
                  <a:rect l="0" t="0" r="r" b="b"/>
                  <a:pathLst>
                    <a:path w="480" h="336">
                      <a:moveTo>
                        <a:pt x="480" y="336"/>
                      </a:moveTo>
                      <a:lnTo>
                        <a:pt x="336" y="336"/>
                      </a:lnTo>
                      <a:lnTo>
                        <a:pt x="336" y="0"/>
                      </a:lnTo>
                      <a:lnTo>
                        <a:pt x="0" y="0"/>
                      </a:lnTo>
                    </a:path>
                  </a:pathLst>
                </a:custGeom>
                <a:noFill/>
                <a:ln w="38100" cap="flat" cmpd="sng">
                  <a:solidFill>
                    <a:schemeClr val="tx1"/>
                  </a:solidFill>
                  <a:prstDash val="solid"/>
                  <a:round/>
                  <a:headEnd/>
                  <a:tailEnd/>
                </a:ln>
                <a:effectLst/>
              </p:spPr>
              <p:txBody>
                <a:bodyPr wrap="none" anchor="ctr"/>
                <a:lstStyle/>
                <a:p>
                  <a:endParaRPr lang="en-US"/>
                </a:p>
              </p:txBody>
            </p:sp>
            <p:sp>
              <p:nvSpPr>
                <p:cNvPr id="68" name="Freeform 3273"/>
                <p:cNvSpPr>
                  <a:spLocks/>
                </p:cNvSpPr>
                <p:nvPr/>
              </p:nvSpPr>
              <p:spPr bwMode="auto">
                <a:xfrm flipH="1" flipV="1">
                  <a:off x="1934" y="1793"/>
                  <a:ext cx="480" cy="240"/>
                </a:xfrm>
                <a:custGeom>
                  <a:avLst/>
                  <a:gdLst/>
                  <a:ahLst/>
                  <a:cxnLst>
                    <a:cxn ang="0">
                      <a:pos x="480" y="336"/>
                    </a:cxn>
                    <a:cxn ang="0">
                      <a:pos x="336" y="336"/>
                    </a:cxn>
                    <a:cxn ang="0">
                      <a:pos x="336" y="0"/>
                    </a:cxn>
                    <a:cxn ang="0">
                      <a:pos x="0" y="0"/>
                    </a:cxn>
                  </a:cxnLst>
                  <a:rect l="0" t="0" r="r" b="b"/>
                  <a:pathLst>
                    <a:path w="480" h="336">
                      <a:moveTo>
                        <a:pt x="480" y="336"/>
                      </a:moveTo>
                      <a:lnTo>
                        <a:pt x="336" y="336"/>
                      </a:lnTo>
                      <a:lnTo>
                        <a:pt x="336" y="0"/>
                      </a:lnTo>
                      <a:lnTo>
                        <a:pt x="0" y="0"/>
                      </a:lnTo>
                    </a:path>
                  </a:pathLst>
                </a:custGeom>
                <a:noFill/>
                <a:ln w="38100" cap="flat" cmpd="sng">
                  <a:solidFill>
                    <a:schemeClr val="tx1"/>
                  </a:solidFill>
                  <a:prstDash val="solid"/>
                  <a:round/>
                  <a:headEnd/>
                  <a:tailEnd/>
                </a:ln>
                <a:effectLst/>
              </p:spPr>
              <p:txBody>
                <a:bodyPr wrap="none" anchor="ctr"/>
                <a:lstStyle/>
                <a:p>
                  <a:endParaRPr lang="en-US"/>
                </a:p>
              </p:txBody>
            </p:sp>
            <p:pic>
              <p:nvPicPr>
                <p:cNvPr id="69" name="Picture 3274" descr="Computer2"/>
                <p:cNvPicPr>
                  <a:picLocks noChangeAspect="1" noChangeArrowheads="1"/>
                </p:cNvPicPr>
                <p:nvPr/>
              </p:nvPicPr>
              <p:blipFill>
                <a:blip r:embed="rId3"/>
                <a:srcRect/>
                <a:stretch>
                  <a:fillRect/>
                </a:stretch>
              </p:blipFill>
              <p:spPr bwMode="auto">
                <a:xfrm>
                  <a:off x="2222" y="1000"/>
                  <a:ext cx="556" cy="602"/>
                </a:xfrm>
                <a:prstGeom prst="rect">
                  <a:avLst/>
                </a:prstGeom>
                <a:noFill/>
              </p:spPr>
            </p:pic>
            <p:pic>
              <p:nvPicPr>
                <p:cNvPr id="70" name="Picture 3275" descr="Computer2"/>
                <p:cNvPicPr>
                  <a:picLocks noChangeAspect="1" noChangeArrowheads="1"/>
                </p:cNvPicPr>
                <p:nvPr/>
              </p:nvPicPr>
              <p:blipFill>
                <a:blip r:embed="rId3"/>
                <a:srcRect/>
                <a:stretch>
                  <a:fillRect/>
                </a:stretch>
              </p:blipFill>
              <p:spPr bwMode="auto">
                <a:xfrm>
                  <a:off x="2222" y="1671"/>
                  <a:ext cx="556" cy="602"/>
                </a:xfrm>
                <a:prstGeom prst="rect">
                  <a:avLst/>
                </a:prstGeom>
                <a:noFill/>
              </p:spPr>
            </p:pic>
          </p:grpSp>
          <p:grpSp>
            <p:nvGrpSpPr>
              <p:cNvPr id="52" name="Group 3276"/>
              <p:cNvGrpSpPr>
                <a:grpSpLocks/>
              </p:cNvGrpSpPr>
              <p:nvPr/>
            </p:nvGrpSpPr>
            <p:grpSpPr bwMode="auto">
              <a:xfrm>
                <a:off x="3205" y="948"/>
                <a:ext cx="1513" cy="983"/>
                <a:chOff x="782" y="977"/>
                <a:chExt cx="1996" cy="1296"/>
              </a:xfrm>
            </p:grpSpPr>
            <p:sp>
              <p:nvSpPr>
                <p:cNvPr id="53" name="Freeform 3277"/>
                <p:cNvSpPr>
                  <a:spLocks/>
                </p:cNvSpPr>
                <p:nvPr/>
              </p:nvSpPr>
              <p:spPr bwMode="auto">
                <a:xfrm>
                  <a:off x="1166" y="1361"/>
                  <a:ext cx="480" cy="240"/>
                </a:xfrm>
                <a:custGeom>
                  <a:avLst/>
                  <a:gdLst/>
                  <a:ahLst/>
                  <a:cxnLst>
                    <a:cxn ang="0">
                      <a:pos x="480" y="336"/>
                    </a:cxn>
                    <a:cxn ang="0">
                      <a:pos x="336" y="336"/>
                    </a:cxn>
                    <a:cxn ang="0">
                      <a:pos x="336" y="0"/>
                    </a:cxn>
                    <a:cxn ang="0">
                      <a:pos x="0" y="0"/>
                    </a:cxn>
                  </a:cxnLst>
                  <a:rect l="0" t="0" r="r" b="b"/>
                  <a:pathLst>
                    <a:path w="480" h="336">
                      <a:moveTo>
                        <a:pt x="480" y="336"/>
                      </a:moveTo>
                      <a:lnTo>
                        <a:pt x="336" y="336"/>
                      </a:lnTo>
                      <a:lnTo>
                        <a:pt x="336" y="0"/>
                      </a:lnTo>
                      <a:lnTo>
                        <a:pt x="0" y="0"/>
                      </a:lnTo>
                    </a:path>
                  </a:pathLst>
                </a:custGeom>
                <a:noFill/>
                <a:ln w="38100" cap="flat" cmpd="sng">
                  <a:solidFill>
                    <a:schemeClr val="tx1"/>
                  </a:solidFill>
                  <a:prstDash val="solid"/>
                  <a:round/>
                  <a:headEnd/>
                  <a:tailEnd/>
                </a:ln>
                <a:effectLst/>
              </p:spPr>
              <p:txBody>
                <a:bodyPr wrap="none" anchor="ctr"/>
                <a:lstStyle/>
                <a:p>
                  <a:endParaRPr lang="en-US"/>
                </a:p>
              </p:txBody>
            </p:sp>
            <p:sp>
              <p:nvSpPr>
                <p:cNvPr id="54" name="Freeform 3278"/>
                <p:cNvSpPr>
                  <a:spLocks/>
                </p:cNvSpPr>
                <p:nvPr/>
              </p:nvSpPr>
              <p:spPr bwMode="auto">
                <a:xfrm flipV="1">
                  <a:off x="1166" y="1793"/>
                  <a:ext cx="480" cy="240"/>
                </a:xfrm>
                <a:custGeom>
                  <a:avLst/>
                  <a:gdLst/>
                  <a:ahLst/>
                  <a:cxnLst>
                    <a:cxn ang="0">
                      <a:pos x="480" y="336"/>
                    </a:cxn>
                    <a:cxn ang="0">
                      <a:pos x="336" y="336"/>
                    </a:cxn>
                    <a:cxn ang="0">
                      <a:pos x="336" y="0"/>
                    </a:cxn>
                    <a:cxn ang="0">
                      <a:pos x="0" y="0"/>
                    </a:cxn>
                  </a:cxnLst>
                  <a:rect l="0" t="0" r="r" b="b"/>
                  <a:pathLst>
                    <a:path w="480" h="336">
                      <a:moveTo>
                        <a:pt x="480" y="336"/>
                      </a:moveTo>
                      <a:lnTo>
                        <a:pt x="336" y="336"/>
                      </a:lnTo>
                      <a:lnTo>
                        <a:pt x="336" y="0"/>
                      </a:lnTo>
                      <a:lnTo>
                        <a:pt x="0" y="0"/>
                      </a:lnTo>
                    </a:path>
                  </a:pathLst>
                </a:custGeom>
                <a:noFill/>
                <a:ln w="38100" cap="flat" cmpd="sng">
                  <a:solidFill>
                    <a:schemeClr val="tx1"/>
                  </a:solidFill>
                  <a:prstDash val="solid"/>
                  <a:round/>
                  <a:headEnd/>
                  <a:tailEnd/>
                </a:ln>
                <a:effectLst/>
              </p:spPr>
              <p:txBody>
                <a:bodyPr wrap="none" anchor="ctr"/>
                <a:lstStyle/>
                <a:p>
                  <a:endParaRPr lang="en-US"/>
                </a:p>
              </p:txBody>
            </p:sp>
            <p:pic>
              <p:nvPicPr>
                <p:cNvPr id="55" name="Picture 3279" descr="Computer1"/>
                <p:cNvPicPr>
                  <a:picLocks noChangeAspect="1" noChangeArrowheads="1"/>
                </p:cNvPicPr>
                <p:nvPr/>
              </p:nvPicPr>
              <p:blipFill>
                <a:blip r:embed="rId2"/>
                <a:srcRect/>
                <a:stretch>
                  <a:fillRect/>
                </a:stretch>
              </p:blipFill>
              <p:spPr bwMode="auto">
                <a:xfrm>
                  <a:off x="782" y="977"/>
                  <a:ext cx="573" cy="625"/>
                </a:xfrm>
                <a:prstGeom prst="rect">
                  <a:avLst/>
                </a:prstGeom>
                <a:noFill/>
              </p:spPr>
            </p:pic>
            <p:pic>
              <p:nvPicPr>
                <p:cNvPr id="56" name="Picture 3280" descr="Computer1"/>
                <p:cNvPicPr>
                  <a:picLocks noChangeAspect="1" noChangeArrowheads="1"/>
                </p:cNvPicPr>
                <p:nvPr/>
              </p:nvPicPr>
              <p:blipFill>
                <a:blip r:embed="rId2"/>
                <a:srcRect/>
                <a:stretch>
                  <a:fillRect/>
                </a:stretch>
              </p:blipFill>
              <p:spPr bwMode="auto">
                <a:xfrm>
                  <a:off x="782" y="1648"/>
                  <a:ext cx="573" cy="625"/>
                </a:xfrm>
                <a:prstGeom prst="rect">
                  <a:avLst/>
                </a:prstGeom>
                <a:noFill/>
              </p:spPr>
            </p:pic>
            <p:sp>
              <p:nvSpPr>
                <p:cNvPr id="57" name="AutoShape 3281"/>
                <p:cNvSpPr>
                  <a:spLocks noChangeArrowheads="1"/>
                </p:cNvSpPr>
                <p:nvPr/>
              </p:nvSpPr>
              <p:spPr bwMode="auto">
                <a:xfrm>
                  <a:off x="1618" y="1548"/>
                  <a:ext cx="339" cy="314"/>
                </a:xfrm>
                <a:prstGeom prst="cube">
                  <a:avLst>
                    <a:gd name="adj" fmla="val 16208"/>
                  </a:avLst>
                </a:prstGeom>
                <a:solidFill>
                  <a:srgbClr val="C0C0C0"/>
                </a:solidFill>
                <a:ln w="9525">
                  <a:solidFill>
                    <a:srgbClr val="808000"/>
                  </a:solidFill>
                  <a:miter lim="800000"/>
                  <a:headEnd/>
                  <a:tailEnd/>
                </a:ln>
                <a:effectLst/>
              </p:spPr>
              <p:txBody>
                <a:bodyPr wrap="none" anchor="ctr"/>
                <a:lstStyle/>
                <a:p>
                  <a:pPr algn="ctr" eaLnBrk="0" hangingPunct="0"/>
                  <a:endParaRPr lang="en-US"/>
                </a:p>
              </p:txBody>
            </p:sp>
            <p:sp>
              <p:nvSpPr>
                <p:cNvPr id="58" name="Freeform 3282"/>
                <p:cNvSpPr>
                  <a:spLocks/>
                </p:cNvSpPr>
                <p:nvPr/>
              </p:nvSpPr>
              <p:spPr bwMode="auto">
                <a:xfrm flipH="1">
                  <a:off x="1934" y="1361"/>
                  <a:ext cx="480" cy="240"/>
                </a:xfrm>
                <a:custGeom>
                  <a:avLst/>
                  <a:gdLst/>
                  <a:ahLst/>
                  <a:cxnLst>
                    <a:cxn ang="0">
                      <a:pos x="480" y="336"/>
                    </a:cxn>
                    <a:cxn ang="0">
                      <a:pos x="336" y="336"/>
                    </a:cxn>
                    <a:cxn ang="0">
                      <a:pos x="336" y="0"/>
                    </a:cxn>
                    <a:cxn ang="0">
                      <a:pos x="0" y="0"/>
                    </a:cxn>
                  </a:cxnLst>
                  <a:rect l="0" t="0" r="r" b="b"/>
                  <a:pathLst>
                    <a:path w="480" h="336">
                      <a:moveTo>
                        <a:pt x="480" y="336"/>
                      </a:moveTo>
                      <a:lnTo>
                        <a:pt x="336" y="336"/>
                      </a:lnTo>
                      <a:lnTo>
                        <a:pt x="336" y="0"/>
                      </a:lnTo>
                      <a:lnTo>
                        <a:pt x="0" y="0"/>
                      </a:lnTo>
                    </a:path>
                  </a:pathLst>
                </a:custGeom>
                <a:noFill/>
                <a:ln w="38100" cap="flat" cmpd="sng">
                  <a:solidFill>
                    <a:schemeClr val="tx1"/>
                  </a:solidFill>
                  <a:prstDash val="solid"/>
                  <a:round/>
                  <a:headEnd/>
                  <a:tailEnd/>
                </a:ln>
                <a:effectLst/>
              </p:spPr>
              <p:txBody>
                <a:bodyPr wrap="none" anchor="ctr"/>
                <a:lstStyle/>
                <a:p>
                  <a:endParaRPr lang="en-US"/>
                </a:p>
              </p:txBody>
            </p:sp>
            <p:sp>
              <p:nvSpPr>
                <p:cNvPr id="59" name="Freeform 3283"/>
                <p:cNvSpPr>
                  <a:spLocks/>
                </p:cNvSpPr>
                <p:nvPr/>
              </p:nvSpPr>
              <p:spPr bwMode="auto">
                <a:xfrm flipH="1" flipV="1">
                  <a:off x="1934" y="1793"/>
                  <a:ext cx="480" cy="240"/>
                </a:xfrm>
                <a:custGeom>
                  <a:avLst/>
                  <a:gdLst/>
                  <a:ahLst/>
                  <a:cxnLst>
                    <a:cxn ang="0">
                      <a:pos x="480" y="336"/>
                    </a:cxn>
                    <a:cxn ang="0">
                      <a:pos x="336" y="336"/>
                    </a:cxn>
                    <a:cxn ang="0">
                      <a:pos x="336" y="0"/>
                    </a:cxn>
                    <a:cxn ang="0">
                      <a:pos x="0" y="0"/>
                    </a:cxn>
                  </a:cxnLst>
                  <a:rect l="0" t="0" r="r" b="b"/>
                  <a:pathLst>
                    <a:path w="480" h="336">
                      <a:moveTo>
                        <a:pt x="480" y="336"/>
                      </a:moveTo>
                      <a:lnTo>
                        <a:pt x="336" y="336"/>
                      </a:lnTo>
                      <a:lnTo>
                        <a:pt x="336" y="0"/>
                      </a:lnTo>
                      <a:lnTo>
                        <a:pt x="0" y="0"/>
                      </a:lnTo>
                    </a:path>
                  </a:pathLst>
                </a:custGeom>
                <a:noFill/>
                <a:ln w="38100" cap="flat" cmpd="sng">
                  <a:solidFill>
                    <a:schemeClr val="tx1"/>
                  </a:solidFill>
                  <a:prstDash val="solid"/>
                  <a:round/>
                  <a:headEnd/>
                  <a:tailEnd/>
                </a:ln>
                <a:effectLst/>
              </p:spPr>
              <p:txBody>
                <a:bodyPr wrap="none" anchor="ctr"/>
                <a:lstStyle/>
                <a:p>
                  <a:endParaRPr lang="en-US"/>
                </a:p>
              </p:txBody>
            </p:sp>
            <p:pic>
              <p:nvPicPr>
                <p:cNvPr id="60" name="Picture 3284" descr="Computer2"/>
                <p:cNvPicPr>
                  <a:picLocks noChangeAspect="1" noChangeArrowheads="1"/>
                </p:cNvPicPr>
                <p:nvPr/>
              </p:nvPicPr>
              <p:blipFill>
                <a:blip r:embed="rId3"/>
                <a:srcRect/>
                <a:stretch>
                  <a:fillRect/>
                </a:stretch>
              </p:blipFill>
              <p:spPr bwMode="auto">
                <a:xfrm>
                  <a:off x="2222" y="1000"/>
                  <a:ext cx="556" cy="602"/>
                </a:xfrm>
                <a:prstGeom prst="rect">
                  <a:avLst/>
                </a:prstGeom>
                <a:noFill/>
              </p:spPr>
            </p:pic>
            <p:pic>
              <p:nvPicPr>
                <p:cNvPr id="61" name="Picture 3285" descr="Computer2"/>
                <p:cNvPicPr>
                  <a:picLocks noChangeAspect="1" noChangeArrowheads="1"/>
                </p:cNvPicPr>
                <p:nvPr/>
              </p:nvPicPr>
              <p:blipFill>
                <a:blip r:embed="rId3"/>
                <a:srcRect/>
                <a:stretch>
                  <a:fillRect/>
                </a:stretch>
              </p:blipFill>
              <p:spPr bwMode="auto">
                <a:xfrm>
                  <a:off x="2222" y="1671"/>
                  <a:ext cx="556" cy="602"/>
                </a:xfrm>
                <a:prstGeom prst="rect">
                  <a:avLst/>
                </a:prstGeom>
                <a:noFill/>
              </p:spPr>
            </p:pic>
          </p:grpSp>
        </p:grpSp>
        <p:grpSp>
          <p:nvGrpSpPr>
            <p:cNvPr id="12" name="Group 3323"/>
            <p:cNvGrpSpPr>
              <a:grpSpLocks/>
            </p:cNvGrpSpPr>
            <p:nvPr/>
          </p:nvGrpSpPr>
          <p:grpSpPr bwMode="auto">
            <a:xfrm>
              <a:off x="520" y="2077"/>
              <a:ext cx="4676" cy="1811"/>
              <a:chOff x="520" y="2077"/>
              <a:chExt cx="4676" cy="1811"/>
            </a:xfrm>
          </p:grpSpPr>
          <p:sp>
            <p:nvSpPr>
              <p:cNvPr id="13" name="Rectangle 3260"/>
              <p:cNvSpPr>
                <a:spLocks noChangeArrowheads="1"/>
              </p:cNvSpPr>
              <p:nvPr/>
            </p:nvSpPr>
            <p:spPr bwMode="auto">
              <a:xfrm>
                <a:off x="520" y="2172"/>
                <a:ext cx="4676" cy="1715"/>
              </a:xfrm>
              <a:prstGeom prst="rect">
                <a:avLst/>
              </a:prstGeom>
              <a:gradFill rotWithShape="0">
                <a:gsLst>
                  <a:gs pos="0">
                    <a:srgbClr val="FCFEB9"/>
                  </a:gs>
                  <a:gs pos="50000">
                    <a:srgbClr val="FFCC66"/>
                  </a:gs>
                  <a:gs pos="100000">
                    <a:srgbClr val="FCFEB9"/>
                  </a:gs>
                </a:gsLst>
                <a:lin ang="0" scaled="1"/>
              </a:gradFill>
              <a:ln w="9525">
                <a:noFill/>
                <a:miter lim="800000"/>
                <a:headEnd/>
                <a:tailEnd/>
              </a:ln>
              <a:effectLst/>
            </p:spPr>
            <p:txBody>
              <a:bodyPr wrap="none"/>
              <a:lstStyle/>
              <a:p>
                <a:pPr eaLnBrk="0" hangingPunct="0"/>
                <a:r>
                  <a:rPr lang="en-US" sz="1800" dirty="0" smtClean="0"/>
                  <a:t>Star-Ring</a:t>
                </a:r>
                <a:endParaRPr lang="en-US" sz="1800" dirty="0"/>
              </a:p>
            </p:txBody>
          </p:sp>
          <p:grpSp>
            <p:nvGrpSpPr>
              <p:cNvPr id="14" name="Group 3322"/>
              <p:cNvGrpSpPr>
                <a:grpSpLocks/>
              </p:cNvGrpSpPr>
              <p:nvPr/>
            </p:nvGrpSpPr>
            <p:grpSpPr bwMode="auto">
              <a:xfrm>
                <a:off x="806" y="2077"/>
                <a:ext cx="4091" cy="1811"/>
                <a:chOff x="806" y="2077"/>
                <a:chExt cx="4091" cy="1811"/>
              </a:xfrm>
            </p:grpSpPr>
            <p:grpSp>
              <p:nvGrpSpPr>
                <p:cNvPr id="15" name="Group 3286"/>
                <p:cNvGrpSpPr>
                  <a:grpSpLocks/>
                </p:cNvGrpSpPr>
                <p:nvPr/>
              </p:nvGrpSpPr>
              <p:grpSpPr bwMode="auto">
                <a:xfrm>
                  <a:off x="806" y="2077"/>
                  <a:ext cx="4091" cy="1811"/>
                  <a:chOff x="806" y="2177"/>
                  <a:chExt cx="4091" cy="1811"/>
                </a:xfrm>
              </p:grpSpPr>
              <p:sp>
                <p:nvSpPr>
                  <p:cNvPr id="18" name="AutoShape 3287"/>
                  <p:cNvSpPr>
                    <a:spLocks noChangeArrowheads="1"/>
                  </p:cNvSpPr>
                  <p:nvPr/>
                </p:nvSpPr>
                <p:spPr bwMode="auto">
                  <a:xfrm>
                    <a:off x="982" y="2620"/>
                    <a:ext cx="3696" cy="1216"/>
                  </a:xfrm>
                  <a:custGeom>
                    <a:avLst/>
                    <a:gdLst>
                      <a:gd name="G0" fmla="+- 3388 0 0"/>
                      <a:gd name="G1" fmla="+- 21600 0 3388"/>
                      <a:gd name="G2" fmla="+- 21600 0 3388"/>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3388" y="10800"/>
                        </a:moveTo>
                        <a:cubicBezTo>
                          <a:pt x="3388" y="14894"/>
                          <a:pt x="6706" y="18212"/>
                          <a:pt x="10800" y="18212"/>
                        </a:cubicBezTo>
                        <a:cubicBezTo>
                          <a:pt x="14894" y="18212"/>
                          <a:pt x="18212" y="14894"/>
                          <a:pt x="18212" y="10800"/>
                        </a:cubicBezTo>
                        <a:cubicBezTo>
                          <a:pt x="18212" y="6706"/>
                          <a:pt x="14894" y="3388"/>
                          <a:pt x="10800" y="3388"/>
                        </a:cubicBezTo>
                        <a:cubicBezTo>
                          <a:pt x="6706" y="3388"/>
                          <a:pt x="3388" y="6706"/>
                          <a:pt x="3388" y="10800"/>
                        </a:cubicBezTo>
                        <a:close/>
                      </a:path>
                    </a:pathLst>
                  </a:custGeom>
                  <a:solidFill>
                    <a:srgbClr val="DDEEFF"/>
                  </a:solidFill>
                  <a:ln w="9525">
                    <a:solidFill>
                      <a:schemeClr val="tx1"/>
                    </a:solidFill>
                    <a:round/>
                    <a:headEnd/>
                    <a:tailEnd/>
                  </a:ln>
                  <a:effectLst>
                    <a:outerShdw dist="50800" dir="5400000" algn="ctr" rotWithShape="0">
                      <a:srgbClr val="C0C0C0"/>
                    </a:outerShdw>
                  </a:effectLst>
                </p:spPr>
                <p:txBody>
                  <a:bodyPr wrap="none" anchor="ctr"/>
                  <a:lstStyle/>
                  <a:p>
                    <a:endParaRPr lang="en-US"/>
                  </a:p>
                </p:txBody>
              </p:sp>
              <p:grpSp>
                <p:nvGrpSpPr>
                  <p:cNvPr id="19" name="Group 3288"/>
                  <p:cNvGrpSpPr>
                    <a:grpSpLocks/>
                  </p:cNvGrpSpPr>
                  <p:nvPr/>
                </p:nvGrpSpPr>
                <p:grpSpPr bwMode="auto">
                  <a:xfrm>
                    <a:off x="806" y="3054"/>
                    <a:ext cx="1438" cy="934"/>
                    <a:chOff x="782" y="977"/>
                    <a:chExt cx="1996" cy="1296"/>
                  </a:xfrm>
                </p:grpSpPr>
                <p:sp>
                  <p:nvSpPr>
                    <p:cNvPr id="40" name="Freeform 3289"/>
                    <p:cNvSpPr>
                      <a:spLocks/>
                    </p:cNvSpPr>
                    <p:nvPr/>
                  </p:nvSpPr>
                  <p:spPr bwMode="auto">
                    <a:xfrm>
                      <a:off x="1166" y="1361"/>
                      <a:ext cx="480" cy="240"/>
                    </a:xfrm>
                    <a:custGeom>
                      <a:avLst/>
                      <a:gdLst/>
                      <a:ahLst/>
                      <a:cxnLst>
                        <a:cxn ang="0">
                          <a:pos x="480" y="336"/>
                        </a:cxn>
                        <a:cxn ang="0">
                          <a:pos x="336" y="336"/>
                        </a:cxn>
                        <a:cxn ang="0">
                          <a:pos x="336" y="0"/>
                        </a:cxn>
                        <a:cxn ang="0">
                          <a:pos x="0" y="0"/>
                        </a:cxn>
                      </a:cxnLst>
                      <a:rect l="0" t="0" r="r" b="b"/>
                      <a:pathLst>
                        <a:path w="480" h="336">
                          <a:moveTo>
                            <a:pt x="480" y="336"/>
                          </a:moveTo>
                          <a:lnTo>
                            <a:pt x="336" y="336"/>
                          </a:lnTo>
                          <a:lnTo>
                            <a:pt x="336" y="0"/>
                          </a:lnTo>
                          <a:lnTo>
                            <a:pt x="0" y="0"/>
                          </a:lnTo>
                        </a:path>
                      </a:pathLst>
                    </a:custGeom>
                    <a:noFill/>
                    <a:ln w="38100" cap="flat" cmpd="sng">
                      <a:solidFill>
                        <a:schemeClr val="tx1"/>
                      </a:solidFill>
                      <a:prstDash val="solid"/>
                      <a:round/>
                      <a:headEnd/>
                      <a:tailEnd/>
                    </a:ln>
                    <a:effectLst/>
                  </p:spPr>
                  <p:txBody>
                    <a:bodyPr wrap="none" anchor="ctr"/>
                    <a:lstStyle/>
                    <a:p>
                      <a:endParaRPr lang="en-US"/>
                    </a:p>
                  </p:txBody>
                </p:sp>
                <p:sp>
                  <p:nvSpPr>
                    <p:cNvPr id="41" name="Freeform 3290"/>
                    <p:cNvSpPr>
                      <a:spLocks/>
                    </p:cNvSpPr>
                    <p:nvPr/>
                  </p:nvSpPr>
                  <p:spPr bwMode="auto">
                    <a:xfrm flipV="1">
                      <a:off x="1166" y="1793"/>
                      <a:ext cx="480" cy="240"/>
                    </a:xfrm>
                    <a:custGeom>
                      <a:avLst/>
                      <a:gdLst/>
                      <a:ahLst/>
                      <a:cxnLst>
                        <a:cxn ang="0">
                          <a:pos x="480" y="336"/>
                        </a:cxn>
                        <a:cxn ang="0">
                          <a:pos x="336" y="336"/>
                        </a:cxn>
                        <a:cxn ang="0">
                          <a:pos x="336" y="0"/>
                        </a:cxn>
                        <a:cxn ang="0">
                          <a:pos x="0" y="0"/>
                        </a:cxn>
                      </a:cxnLst>
                      <a:rect l="0" t="0" r="r" b="b"/>
                      <a:pathLst>
                        <a:path w="480" h="336">
                          <a:moveTo>
                            <a:pt x="480" y="336"/>
                          </a:moveTo>
                          <a:lnTo>
                            <a:pt x="336" y="336"/>
                          </a:lnTo>
                          <a:lnTo>
                            <a:pt x="336" y="0"/>
                          </a:lnTo>
                          <a:lnTo>
                            <a:pt x="0" y="0"/>
                          </a:lnTo>
                        </a:path>
                      </a:pathLst>
                    </a:custGeom>
                    <a:noFill/>
                    <a:ln w="38100" cap="flat" cmpd="sng">
                      <a:solidFill>
                        <a:schemeClr val="tx1"/>
                      </a:solidFill>
                      <a:prstDash val="solid"/>
                      <a:round/>
                      <a:headEnd/>
                      <a:tailEnd/>
                    </a:ln>
                    <a:effectLst/>
                  </p:spPr>
                  <p:txBody>
                    <a:bodyPr wrap="none" anchor="ctr"/>
                    <a:lstStyle/>
                    <a:p>
                      <a:endParaRPr lang="en-US"/>
                    </a:p>
                  </p:txBody>
                </p:sp>
                <p:pic>
                  <p:nvPicPr>
                    <p:cNvPr id="42" name="Picture 3291" descr="Computer1"/>
                    <p:cNvPicPr>
                      <a:picLocks noChangeAspect="1" noChangeArrowheads="1"/>
                    </p:cNvPicPr>
                    <p:nvPr/>
                  </p:nvPicPr>
                  <p:blipFill>
                    <a:blip r:embed="rId2"/>
                    <a:srcRect/>
                    <a:stretch>
                      <a:fillRect/>
                    </a:stretch>
                  </p:blipFill>
                  <p:spPr bwMode="auto">
                    <a:xfrm>
                      <a:off x="782" y="977"/>
                      <a:ext cx="573" cy="625"/>
                    </a:xfrm>
                    <a:prstGeom prst="rect">
                      <a:avLst/>
                    </a:prstGeom>
                    <a:noFill/>
                  </p:spPr>
                </p:pic>
                <p:pic>
                  <p:nvPicPr>
                    <p:cNvPr id="43" name="Picture 3292" descr="Computer1"/>
                    <p:cNvPicPr>
                      <a:picLocks noChangeAspect="1" noChangeArrowheads="1"/>
                    </p:cNvPicPr>
                    <p:nvPr/>
                  </p:nvPicPr>
                  <p:blipFill>
                    <a:blip r:embed="rId2"/>
                    <a:srcRect/>
                    <a:stretch>
                      <a:fillRect/>
                    </a:stretch>
                  </p:blipFill>
                  <p:spPr bwMode="auto">
                    <a:xfrm>
                      <a:off x="782" y="1648"/>
                      <a:ext cx="573" cy="625"/>
                    </a:xfrm>
                    <a:prstGeom prst="rect">
                      <a:avLst/>
                    </a:prstGeom>
                    <a:noFill/>
                  </p:spPr>
                </p:pic>
                <p:sp>
                  <p:nvSpPr>
                    <p:cNvPr id="44" name="AutoShape 3293"/>
                    <p:cNvSpPr>
                      <a:spLocks noChangeArrowheads="1"/>
                    </p:cNvSpPr>
                    <p:nvPr/>
                  </p:nvSpPr>
                  <p:spPr bwMode="auto">
                    <a:xfrm>
                      <a:off x="1618" y="1548"/>
                      <a:ext cx="339" cy="314"/>
                    </a:xfrm>
                    <a:prstGeom prst="cube">
                      <a:avLst>
                        <a:gd name="adj" fmla="val 16208"/>
                      </a:avLst>
                    </a:prstGeom>
                    <a:solidFill>
                      <a:srgbClr val="C0C0C0"/>
                    </a:solidFill>
                    <a:ln w="9525">
                      <a:solidFill>
                        <a:srgbClr val="808000"/>
                      </a:solidFill>
                      <a:miter lim="800000"/>
                      <a:headEnd/>
                      <a:tailEnd/>
                    </a:ln>
                    <a:effectLst/>
                  </p:spPr>
                  <p:txBody>
                    <a:bodyPr wrap="none" anchor="ctr"/>
                    <a:lstStyle/>
                    <a:p>
                      <a:pPr algn="ctr" eaLnBrk="0" hangingPunct="0"/>
                      <a:endParaRPr lang="en-US"/>
                    </a:p>
                  </p:txBody>
                </p:sp>
                <p:sp>
                  <p:nvSpPr>
                    <p:cNvPr id="45" name="Freeform 3294"/>
                    <p:cNvSpPr>
                      <a:spLocks/>
                    </p:cNvSpPr>
                    <p:nvPr/>
                  </p:nvSpPr>
                  <p:spPr bwMode="auto">
                    <a:xfrm flipH="1">
                      <a:off x="1934" y="1361"/>
                      <a:ext cx="480" cy="240"/>
                    </a:xfrm>
                    <a:custGeom>
                      <a:avLst/>
                      <a:gdLst/>
                      <a:ahLst/>
                      <a:cxnLst>
                        <a:cxn ang="0">
                          <a:pos x="480" y="336"/>
                        </a:cxn>
                        <a:cxn ang="0">
                          <a:pos x="336" y="336"/>
                        </a:cxn>
                        <a:cxn ang="0">
                          <a:pos x="336" y="0"/>
                        </a:cxn>
                        <a:cxn ang="0">
                          <a:pos x="0" y="0"/>
                        </a:cxn>
                      </a:cxnLst>
                      <a:rect l="0" t="0" r="r" b="b"/>
                      <a:pathLst>
                        <a:path w="480" h="336">
                          <a:moveTo>
                            <a:pt x="480" y="336"/>
                          </a:moveTo>
                          <a:lnTo>
                            <a:pt x="336" y="336"/>
                          </a:lnTo>
                          <a:lnTo>
                            <a:pt x="336" y="0"/>
                          </a:lnTo>
                          <a:lnTo>
                            <a:pt x="0" y="0"/>
                          </a:lnTo>
                        </a:path>
                      </a:pathLst>
                    </a:custGeom>
                    <a:noFill/>
                    <a:ln w="38100" cap="flat" cmpd="sng">
                      <a:solidFill>
                        <a:schemeClr val="tx1"/>
                      </a:solidFill>
                      <a:prstDash val="solid"/>
                      <a:round/>
                      <a:headEnd/>
                      <a:tailEnd/>
                    </a:ln>
                    <a:effectLst/>
                  </p:spPr>
                  <p:txBody>
                    <a:bodyPr wrap="none" anchor="ctr"/>
                    <a:lstStyle/>
                    <a:p>
                      <a:endParaRPr lang="en-US"/>
                    </a:p>
                  </p:txBody>
                </p:sp>
                <p:sp>
                  <p:nvSpPr>
                    <p:cNvPr id="46" name="Freeform 3295"/>
                    <p:cNvSpPr>
                      <a:spLocks/>
                    </p:cNvSpPr>
                    <p:nvPr/>
                  </p:nvSpPr>
                  <p:spPr bwMode="auto">
                    <a:xfrm flipH="1" flipV="1">
                      <a:off x="1934" y="1793"/>
                      <a:ext cx="480" cy="240"/>
                    </a:xfrm>
                    <a:custGeom>
                      <a:avLst/>
                      <a:gdLst/>
                      <a:ahLst/>
                      <a:cxnLst>
                        <a:cxn ang="0">
                          <a:pos x="480" y="336"/>
                        </a:cxn>
                        <a:cxn ang="0">
                          <a:pos x="336" y="336"/>
                        </a:cxn>
                        <a:cxn ang="0">
                          <a:pos x="336" y="0"/>
                        </a:cxn>
                        <a:cxn ang="0">
                          <a:pos x="0" y="0"/>
                        </a:cxn>
                      </a:cxnLst>
                      <a:rect l="0" t="0" r="r" b="b"/>
                      <a:pathLst>
                        <a:path w="480" h="336">
                          <a:moveTo>
                            <a:pt x="480" y="336"/>
                          </a:moveTo>
                          <a:lnTo>
                            <a:pt x="336" y="336"/>
                          </a:lnTo>
                          <a:lnTo>
                            <a:pt x="336" y="0"/>
                          </a:lnTo>
                          <a:lnTo>
                            <a:pt x="0" y="0"/>
                          </a:lnTo>
                        </a:path>
                      </a:pathLst>
                    </a:custGeom>
                    <a:noFill/>
                    <a:ln w="38100" cap="flat" cmpd="sng">
                      <a:solidFill>
                        <a:schemeClr val="tx1"/>
                      </a:solidFill>
                      <a:prstDash val="solid"/>
                      <a:round/>
                      <a:headEnd/>
                      <a:tailEnd/>
                    </a:ln>
                    <a:effectLst/>
                  </p:spPr>
                  <p:txBody>
                    <a:bodyPr wrap="none" anchor="ctr"/>
                    <a:lstStyle/>
                    <a:p>
                      <a:endParaRPr lang="en-US"/>
                    </a:p>
                  </p:txBody>
                </p:sp>
                <p:pic>
                  <p:nvPicPr>
                    <p:cNvPr id="47" name="Picture 3296" descr="Computer2"/>
                    <p:cNvPicPr>
                      <a:picLocks noChangeAspect="1" noChangeArrowheads="1"/>
                    </p:cNvPicPr>
                    <p:nvPr/>
                  </p:nvPicPr>
                  <p:blipFill>
                    <a:blip r:embed="rId3"/>
                    <a:srcRect/>
                    <a:stretch>
                      <a:fillRect/>
                    </a:stretch>
                  </p:blipFill>
                  <p:spPr bwMode="auto">
                    <a:xfrm>
                      <a:off x="2222" y="1000"/>
                      <a:ext cx="556" cy="602"/>
                    </a:xfrm>
                    <a:prstGeom prst="rect">
                      <a:avLst/>
                    </a:prstGeom>
                    <a:noFill/>
                  </p:spPr>
                </p:pic>
                <p:pic>
                  <p:nvPicPr>
                    <p:cNvPr id="48" name="Picture 3297" descr="Computer2"/>
                    <p:cNvPicPr>
                      <a:picLocks noChangeAspect="1" noChangeArrowheads="1"/>
                    </p:cNvPicPr>
                    <p:nvPr/>
                  </p:nvPicPr>
                  <p:blipFill>
                    <a:blip r:embed="rId3"/>
                    <a:srcRect/>
                    <a:stretch>
                      <a:fillRect/>
                    </a:stretch>
                  </p:blipFill>
                  <p:spPr bwMode="auto">
                    <a:xfrm>
                      <a:off x="2222" y="1671"/>
                      <a:ext cx="556" cy="602"/>
                    </a:xfrm>
                    <a:prstGeom prst="rect">
                      <a:avLst/>
                    </a:prstGeom>
                    <a:noFill/>
                  </p:spPr>
                </p:pic>
              </p:grpSp>
              <p:grpSp>
                <p:nvGrpSpPr>
                  <p:cNvPr id="20" name="Group 3298"/>
                  <p:cNvGrpSpPr>
                    <a:grpSpLocks/>
                  </p:cNvGrpSpPr>
                  <p:nvPr/>
                </p:nvGrpSpPr>
                <p:grpSpPr bwMode="auto">
                  <a:xfrm>
                    <a:off x="2167" y="2177"/>
                    <a:ext cx="1438" cy="934"/>
                    <a:chOff x="782" y="977"/>
                    <a:chExt cx="1996" cy="1296"/>
                  </a:xfrm>
                </p:grpSpPr>
                <p:sp>
                  <p:nvSpPr>
                    <p:cNvPr id="31" name="Freeform 3299"/>
                    <p:cNvSpPr>
                      <a:spLocks/>
                    </p:cNvSpPr>
                    <p:nvPr/>
                  </p:nvSpPr>
                  <p:spPr bwMode="auto">
                    <a:xfrm>
                      <a:off x="1166" y="1361"/>
                      <a:ext cx="480" cy="240"/>
                    </a:xfrm>
                    <a:custGeom>
                      <a:avLst/>
                      <a:gdLst/>
                      <a:ahLst/>
                      <a:cxnLst>
                        <a:cxn ang="0">
                          <a:pos x="480" y="336"/>
                        </a:cxn>
                        <a:cxn ang="0">
                          <a:pos x="336" y="336"/>
                        </a:cxn>
                        <a:cxn ang="0">
                          <a:pos x="336" y="0"/>
                        </a:cxn>
                        <a:cxn ang="0">
                          <a:pos x="0" y="0"/>
                        </a:cxn>
                      </a:cxnLst>
                      <a:rect l="0" t="0" r="r" b="b"/>
                      <a:pathLst>
                        <a:path w="480" h="336">
                          <a:moveTo>
                            <a:pt x="480" y="336"/>
                          </a:moveTo>
                          <a:lnTo>
                            <a:pt x="336" y="336"/>
                          </a:lnTo>
                          <a:lnTo>
                            <a:pt x="336" y="0"/>
                          </a:lnTo>
                          <a:lnTo>
                            <a:pt x="0" y="0"/>
                          </a:lnTo>
                        </a:path>
                      </a:pathLst>
                    </a:custGeom>
                    <a:noFill/>
                    <a:ln w="38100" cap="flat" cmpd="sng">
                      <a:solidFill>
                        <a:schemeClr val="tx1"/>
                      </a:solidFill>
                      <a:prstDash val="solid"/>
                      <a:round/>
                      <a:headEnd/>
                      <a:tailEnd/>
                    </a:ln>
                    <a:effectLst/>
                  </p:spPr>
                  <p:txBody>
                    <a:bodyPr wrap="none" anchor="ctr"/>
                    <a:lstStyle/>
                    <a:p>
                      <a:endParaRPr lang="en-US"/>
                    </a:p>
                  </p:txBody>
                </p:sp>
                <p:sp>
                  <p:nvSpPr>
                    <p:cNvPr id="32" name="Freeform 3300"/>
                    <p:cNvSpPr>
                      <a:spLocks/>
                    </p:cNvSpPr>
                    <p:nvPr/>
                  </p:nvSpPr>
                  <p:spPr bwMode="auto">
                    <a:xfrm flipV="1">
                      <a:off x="1166" y="1793"/>
                      <a:ext cx="480" cy="240"/>
                    </a:xfrm>
                    <a:custGeom>
                      <a:avLst/>
                      <a:gdLst/>
                      <a:ahLst/>
                      <a:cxnLst>
                        <a:cxn ang="0">
                          <a:pos x="480" y="336"/>
                        </a:cxn>
                        <a:cxn ang="0">
                          <a:pos x="336" y="336"/>
                        </a:cxn>
                        <a:cxn ang="0">
                          <a:pos x="336" y="0"/>
                        </a:cxn>
                        <a:cxn ang="0">
                          <a:pos x="0" y="0"/>
                        </a:cxn>
                      </a:cxnLst>
                      <a:rect l="0" t="0" r="r" b="b"/>
                      <a:pathLst>
                        <a:path w="480" h="336">
                          <a:moveTo>
                            <a:pt x="480" y="336"/>
                          </a:moveTo>
                          <a:lnTo>
                            <a:pt x="336" y="336"/>
                          </a:lnTo>
                          <a:lnTo>
                            <a:pt x="336" y="0"/>
                          </a:lnTo>
                          <a:lnTo>
                            <a:pt x="0" y="0"/>
                          </a:lnTo>
                        </a:path>
                      </a:pathLst>
                    </a:custGeom>
                    <a:noFill/>
                    <a:ln w="38100" cap="flat" cmpd="sng">
                      <a:solidFill>
                        <a:schemeClr val="tx1"/>
                      </a:solidFill>
                      <a:prstDash val="solid"/>
                      <a:round/>
                      <a:headEnd/>
                      <a:tailEnd/>
                    </a:ln>
                    <a:effectLst/>
                  </p:spPr>
                  <p:txBody>
                    <a:bodyPr wrap="none" anchor="ctr"/>
                    <a:lstStyle/>
                    <a:p>
                      <a:endParaRPr lang="en-US"/>
                    </a:p>
                  </p:txBody>
                </p:sp>
                <p:pic>
                  <p:nvPicPr>
                    <p:cNvPr id="33" name="Picture 3301" descr="Computer1"/>
                    <p:cNvPicPr>
                      <a:picLocks noChangeAspect="1" noChangeArrowheads="1"/>
                    </p:cNvPicPr>
                    <p:nvPr/>
                  </p:nvPicPr>
                  <p:blipFill>
                    <a:blip r:embed="rId2"/>
                    <a:srcRect/>
                    <a:stretch>
                      <a:fillRect/>
                    </a:stretch>
                  </p:blipFill>
                  <p:spPr bwMode="auto">
                    <a:xfrm>
                      <a:off x="782" y="977"/>
                      <a:ext cx="573" cy="625"/>
                    </a:xfrm>
                    <a:prstGeom prst="rect">
                      <a:avLst/>
                    </a:prstGeom>
                    <a:noFill/>
                  </p:spPr>
                </p:pic>
                <p:pic>
                  <p:nvPicPr>
                    <p:cNvPr id="34" name="Picture 3302" descr="Computer1"/>
                    <p:cNvPicPr>
                      <a:picLocks noChangeAspect="1" noChangeArrowheads="1"/>
                    </p:cNvPicPr>
                    <p:nvPr/>
                  </p:nvPicPr>
                  <p:blipFill>
                    <a:blip r:embed="rId2"/>
                    <a:srcRect/>
                    <a:stretch>
                      <a:fillRect/>
                    </a:stretch>
                  </p:blipFill>
                  <p:spPr bwMode="auto">
                    <a:xfrm>
                      <a:off x="782" y="1648"/>
                      <a:ext cx="573" cy="625"/>
                    </a:xfrm>
                    <a:prstGeom prst="rect">
                      <a:avLst/>
                    </a:prstGeom>
                    <a:noFill/>
                  </p:spPr>
                </p:pic>
                <p:sp>
                  <p:nvSpPr>
                    <p:cNvPr id="35" name="AutoShape 3303"/>
                    <p:cNvSpPr>
                      <a:spLocks noChangeArrowheads="1"/>
                    </p:cNvSpPr>
                    <p:nvPr/>
                  </p:nvSpPr>
                  <p:spPr bwMode="auto">
                    <a:xfrm>
                      <a:off x="1618" y="1548"/>
                      <a:ext cx="339" cy="314"/>
                    </a:xfrm>
                    <a:prstGeom prst="cube">
                      <a:avLst>
                        <a:gd name="adj" fmla="val 16208"/>
                      </a:avLst>
                    </a:prstGeom>
                    <a:solidFill>
                      <a:srgbClr val="C0C0C0"/>
                    </a:solidFill>
                    <a:ln w="9525">
                      <a:solidFill>
                        <a:srgbClr val="808000"/>
                      </a:solidFill>
                      <a:miter lim="800000"/>
                      <a:headEnd/>
                      <a:tailEnd/>
                    </a:ln>
                    <a:effectLst/>
                  </p:spPr>
                  <p:txBody>
                    <a:bodyPr wrap="none" anchor="ctr"/>
                    <a:lstStyle/>
                    <a:p>
                      <a:pPr algn="ctr" eaLnBrk="0" hangingPunct="0"/>
                      <a:endParaRPr lang="en-US"/>
                    </a:p>
                  </p:txBody>
                </p:sp>
                <p:sp>
                  <p:nvSpPr>
                    <p:cNvPr id="36" name="Freeform 3304"/>
                    <p:cNvSpPr>
                      <a:spLocks/>
                    </p:cNvSpPr>
                    <p:nvPr/>
                  </p:nvSpPr>
                  <p:spPr bwMode="auto">
                    <a:xfrm flipH="1">
                      <a:off x="1934" y="1361"/>
                      <a:ext cx="480" cy="240"/>
                    </a:xfrm>
                    <a:custGeom>
                      <a:avLst/>
                      <a:gdLst/>
                      <a:ahLst/>
                      <a:cxnLst>
                        <a:cxn ang="0">
                          <a:pos x="480" y="336"/>
                        </a:cxn>
                        <a:cxn ang="0">
                          <a:pos x="336" y="336"/>
                        </a:cxn>
                        <a:cxn ang="0">
                          <a:pos x="336" y="0"/>
                        </a:cxn>
                        <a:cxn ang="0">
                          <a:pos x="0" y="0"/>
                        </a:cxn>
                      </a:cxnLst>
                      <a:rect l="0" t="0" r="r" b="b"/>
                      <a:pathLst>
                        <a:path w="480" h="336">
                          <a:moveTo>
                            <a:pt x="480" y="336"/>
                          </a:moveTo>
                          <a:lnTo>
                            <a:pt x="336" y="336"/>
                          </a:lnTo>
                          <a:lnTo>
                            <a:pt x="336" y="0"/>
                          </a:lnTo>
                          <a:lnTo>
                            <a:pt x="0" y="0"/>
                          </a:lnTo>
                        </a:path>
                      </a:pathLst>
                    </a:custGeom>
                    <a:noFill/>
                    <a:ln w="38100" cap="flat" cmpd="sng">
                      <a:solidFill>
                        <a:schemeClr val="tx1"/>
                      </a:solidFill>
                      <a:prstDash val="solid"/>
                      <a:round/>
                      <a:headEnd/>
                      <a:tailEnd/>
                    </a:ln>
                    <a:effectLst/>
                  </p:spPr>
                  <p:txBody>
                    <a:bodyPr wrap="none" anchor="ctr"/>
                    <a:lstStyle/>
                    <a:p>
                      <a:endParaRPr lang="en-US"/>
                    </a:p>
                  </p:txBody>
                </p:sp>
                <p:sp>
                  <p:nvSpPr>
                    <p:cNvPr id="37" name="Freeform 3305"/>
                    <p:cNvSpPr>
                      <a:spLocks/>
                    </p:cNvSpPr>
                    <p:nvPr/>
                  </p:nvSpPr>
                  <p:spPr bwMode="auto">
                    <a:xfrm flipH="1" flipV="1">
                      <a:off x="1934" y="1793"/>
                      <a:ext cx="480" cy="240"/>
                    </a:xfrm>
                    <a:custGeom>
                      <a:avLst/>
                      <a:gdLst/>
                      <a:ahLst/>
                      <a:cxnLst>
                        <a:cxn ang="0">
                          <a:pos x="480" y="336"/>
                        </a:cxn>
                        <a:cxn ang="0">
                          <a:pos x="336" y="336"/>
                        </a:cxn>
                        <a:cxn ang="0">
                          <a:pos x="336" y="0"/>
                        </a:cxn>
                        <a:cxn ang="0">
                          <a:pos x="0" y="0"/>
                        </a:cxn>
                      </a:cxnLst>
                      <a:rect l="0" t="0" r="r" b="b"/>
                      <a:pathLst>
                        <a:path w="480" h="336">
                          <a:moveTo>
                            <a:pt x="480" y="336"/>
                          </a:moveTo>
                          <a:lnTo>
                            <a:pt x="336" y="336"/>
                          </a:lnTo>
                          <a:lnTo>
                            <a:pt x="336" y="0"/>
                          </a:lnTo>
                          <a:lnTo>
                            <a:pt x="0" y="0"/>
                          </a:lnTo>
                        </a:path>
                      </a:pathLst>
                    </a:custGeom>
                    <a:noFill/>
                    <a:ln w="38100" cap="flat" cmpd="sng">
                      <a:solidFill>
                        <a:schemeClr val="tx1"/>
                      </a:solidFill>
                      <a:prstDash val="solid"/>
                      <a:round/>
                      <a:headEnd/>
                      <a:tailEnd/>
                    </a:ln>
                    <a:effectLst/>
                  </p:spPr>
                  <p:txBody>
                    <a:bodyPr wrap="none" anchor="ctr"/>
                    <a:lstStyle/>
                    <a:p>
                      <a:endParaRPr lang="en-US"/>
                    </a:p>
                  </p:txBody>
                </p:sp>
                <p:pic>
                  <p:nvPicPr>
                    <p:cNvPr id="38" name="Picture 3306" descr="Computer2"/>
                    <p:cNvPicPr>
                      <a:picLocks noChangeAspect="1" noChangeArrowheads="1"/>
                    </p:cNvPicPr>
                    <p:nvPr/>
                  </p:nvPicPr>
                  <p:blipFill>
                    <a:blip r:embed="rId3"/>
                    <a:srcRect/>
                    <a:stretch>
                      <a:fillRect/>
                    </a:stretch>
                  </p:blipFill>
                  <p:spPr bwMode="auto">
                    <a:xfrm>
                      <a:off x="2222" y="1000"/>
                      <a:ext cx="556" cy="602"/>
                    </a:xfrm>
                    <a:prstGeom prst="rect">
                      <a:avLst/>
                    </a:prstGeom>
                    <a:noFill/>
                  </p:spPr>
                </p:pic>
                <p:pic>
                  <p:nvPicPr>
                    <p:cNvPr id="39" name="Picture 3307" descr="Computer2"/>
                    <p:cNvPicPr>
                      <a:picLocks noChangeAspect="1" noChangeArrowheads="1"/>
                    </p:cNvPicPr>
                    <p:nvPr/>
                  </p:nvPicPr>
                  <p:blipFill>
                    <a:blip r:embed="rId3"/>
                    <a:srcRect/>
                    <a:stretch>
                      <a:fillRect/>
                    </a:stretch>
                  </p:blipFill>
                  <p:spPr bwMode="auto">
                    <a:xfrm>
                      <a:off x="2222" y="1671"/>
                      <a:ext cx="556" cy="602"/>
                    </a:xfrm>
                    <a:prstGeom prst="rect">
                      <a:avLst/>
                    </a:prstGeom>
                    <a:noFill/>
                  </p:spPr>
                </p:pic>
              </p:grpSp>
              <p:grpSp>
                <p:nvGrpSpPr>
                  <p:cNvPr id="21" name="Group 3308"/>
                  <p:cNvGrpSpPr>
                    <a:grpSpLocks/>
                  </p:cNvGrpSpPr>
                  <p:nvPr/>
                </p:nvGrpSpPr>
                <p:grpSpPr bwMode="auto">
                  <a:xfrm>
                    <a:off x="3459" y="3054"/>
                    <a:ext cx="1438" cy="934"/>
                    <a:chOff x="782" y="977"/>
                    <a:chExt cx="1996" cy="1296"/>
                  </a:xfrm>
                </p:grpSpPr>
                <p:sp>
                  <p:nvSpPr>
                    <p:cNvPr id="22" name="Freeform 3309"/>
                    <p:cNvSpPr>
                      <a:spLocks/>
                    </p:cNvSpPr>
                    <p:nvPr/>
                  </p:nvSpPr>
                  <p:spPr bwMode="auto">
                    <a:xfrm>
                      <a:off x="1166" y="1361"/>
                      <a:ext cx="480" cy="240"/>
                    </a:xfrm>
                    <a:custGeom>
                      <a:avLst/>
                      <a:gdLst/>
                      <a:ahLst/>
                      <a:cxnLst>
                        <a:cxn ang="0">
                          <a:pos x="480" y="336"/>
                        </a:cxn>
                        <a:cxn ang="0">
                          <a:pos x="336" y="336"/>
                        </a:cxn>
                        <a:cxn ang="0">
                          <a:pos x="336" y="0"/>
                        </a:cxn>
                        <a:cxn ang="0">
                          <a:pos x="0" y="0"/>
                        </a:cxn>
                      </a:cxnLst>
                      <a:rect l="0" t="0" r="r" b="b"/>
                      <a:pathLst>
                        <a:path w="480" h="336">
                          <a:moveTo>
                            <a:pt x="480" y="336"/>
                          </a:moveTo>
                          <a:lnTo>
                            <a:pt x="336" y="336"/>
                          </a:lnTo>
                          <a:lnTo>
                            <a:pt x="336" y="0"/>
                          </a:lnTo>
                          <a:lnTo>
                            <a:pt x="0" y="0"/>
                          </a:lnTo>
                        </a:path>
                      </a:pathLst>
                    </a:custGeom>
                    <a:noFill/>
                    <a:ln w="38100" cap="flat" cmpd="sng">
                      <a:solidFill>
                        <a:schemeClr val="tx1"/>
                      </a:solidFill>
                      <a:prstDash val="solid"/>
                      <a:round/>
                      <a:headEnd/>
                      <a:tailEnd/>
                    </a:ln>
                    <a:effectLst/>
                  </p:spPr>
                  <p:txBody>
                    <a:bodyPr wrap="none" anchor="ctr"/>
                    <a:lstStyle/>
                    <a:p>
                      <a:endParaRPr lang="en-US"/>
                    </a:p>
                  </p:txBody>
                </p:sp>
                <p:sp>
                  <p:nvSpPr>
                    <p:cNvPr id="23" name="Freeform 3310"/>
                    <p:cNvSpPr>
                      <a:spLocks/>
                    </p:cNvSpPr>
                    <p:nvPr/>
                  </p:nvSpPr>
                  <p:spPr bwMode="auto">
                    <a:xfrm flipV="1">
                      <a:off x="1166" y="1793"/>
                      <a:ext cx="480" cy="240"/>
                    </a:xfrm>
                    <a:custGeom>
                      <a:avLst/>
                      <a:gdLst/>
                      <a:ahLst/>
                      <a:cxnLst>
                        <a:cxn ang="0">
                          <a:pos x="480" y="336"/>
                        </a:cxn>
                        <a:cxn ang="0">
                          <a:pos x="336" y="336"/>
                        </a:cxn>
                        <a:cxn ang="0">
                          <a:pos x="336" y="0"/>
                        </a:cxn>
                        <a:cxn ang="0">
                          <a:pos x="0" y="0"/>
                        </a:cxn>
                      </a:cxnLst>
                      <a:rect l="0" t="0" r="r" b="b"/>
                      <a:pathLst>
                        <a:path w="480" h="336">
                          <a:moveTo>
                            <a:pt x="480" y="336"/>
                          </a:moveTo>
                          <a:lnTo>
                            <a:pt x="336" y="336"/>
                          </a:lnTo>
                          <a:lnTo>
                            <a:pt x="336" y="0"/>
                          </a:lnTo>
                          <a:lnTo>
                            <a:pt x="0" y="0"/>
                          </a:lnTo>
                        </a:path>
                      </a:pathLst>
                    </a:custGeom>
                    <a:noFill/>
                    <a:ln w="38100" cap="flat" cmpd="sng">
                      <a:solidFill>
                        <a:schemeClr val="tx1"/>
                      </a:solidFill>
                      <a:prstDash val="solid"/>
                      <a:round/>
                      <a:headEnd/>
                      <a:tailEnd/>
                    </a:ln>
                    <a:effectLst/>
                  </p:spPr>
                  <p:txBody>
                    <a:bodyPr wrap="none" anchor="ctr"/>
                    <a:lstStyle/>
                    <a:p>
                      <a:endParaRPr lang="en-US"/>
                    </a:p>
                  </p:txBody>
                </p:sp>
                <p:pic>
                  <p:nvPicPr>
                    <p:cNvPr id="24" name="Picture 3311" descr="Computer1"/>
                    <p:cNvPicPr>
                      <a:picLocks noChangeAspect="1" noChangeArrowheads="1"/>
                    </p:cNvPicPr>
                    <p:nvPr/>
                  </p:nvPicPr>
                  <p:blipFill>
                    <a:blip r:embed="rId2"/>
                    <a:srcRect/>
                    <a:stretch>
                      <a:fillRect/>
                    </a:stretch>
                  </p:blipFill>
                  <p:spPr bwMode="auto">
                    <a:xfrm>
                      <a:off x="782" y="977"/>
                      <a:ext cx="573" cy="625"/>
                    </a:xfrm>
                    <a:prstGeom prst="rect">
                      <a:avLst/>
                    </a:prstGeom>
                    <a:noFill/>
                  </p:spPr>
                </p:pic>
                <p:pic>
                  <p:nvPicPr>
                    <p:cNvPr id="25" name="Picture 3312" descr="Computer1"/>
                    <p:cNvPicPr>
                      <a:picLocks noChangeAspect="1" noChangeArrowheads="1"/>
                    </p:cNvPicPr>
                    <p:nvPr/>
                  </p:nvPicPr>
                  <p:blipFill>
                    <a:blip r:embed="rId2"/>
                    <a:srcRect/>
                    <a:stretch>
                      <a:fillRect/>
                    </a:stretch>
                  </p:blipFill>
                  <p:spPr bwMode="auto">
                    <a:xfrm>
                      <a:off x="782" y="1648"/>
                      <a:ext cx="573" cy="625"/>
                    </a:xfrm>
                    <a:prstGeom prst="rect">
                      <a:avLst/>
                    </a:prstGeom>
                    <a:noFill/>
                  </p:spPr>
                </p:pic>
                <p:sp>
                  <p:nvSpPr>
                    <p:cNvPr id="26" name="AutoShape 3313"/>
                    <p:cNvSpPr>
                      <a:spLocks noChangeArrowheads="1"/>
                    </p:cNvSpPr>
                    <p:nvPr/>
                  </p:nvSpPr>
                  <p:spPr bwMode="auto">
                    <a:xfrm>
                      <a:off x="1618" y="1548"/>
                      <a:ext cx="339" cy="314"/>
                    </a:xfrm>
                    <a:prstGeom prst="cube">
                      <a:avLst>
                        <a:gd name="adj" fmla="val 16208"/>
                      </a:avLst>
                    </a:prstGeom>
                    <a:solidFill>
                      <a:srgbClr val="C0C0C0"/>
                    </a:solidFill>
                    <a:ln w="9525">
                      <a:solidFill>
                        <a:srgbClr val="808000"/>
                      </a:solidFill>
                      <a:miter lim="800000"/>
                      <a:headEnd/>
                      <a:tailEnd/>
                    </a:ln>
                    <a:effectLst/>
                  </p:spPr>
                  <p:txBody>
                    <a:bodyPr wrap="none" anchor="ctr"/>
                    <a:lstStyle/>
                    <a:p>
                      <a:pPr algn="ctr" eaLnBrk="0" hangingPunct="0"/>
                      <a:endParaRPr lang="en-US"/>
                    </a:p>
                  </p:txBody>
                </p:sp>
                <p:sp>
                  <p:nvSpPr>
                    <p:cNvPr id="27" name="Freeform 3314"/>
                    <p:cNvSpPr>
                      <a:spLocks/>
                    </p:cNvSpPr>
                    <p:nvPr/>
                  </p:nvSpPr>
                  <p:spPr bwMode="auto">
                    <a:xfrm flipH="1">
                      <a:off x="1934" y="1361"/>
                      <a:ext cx="480" cy="240"/>
                    </a:xfrm>
                    <a:custGeom>
                      <a:avLst/>
                      <a:gdLst/>
                      <a:ahLst/>
                      <a:cxnLst>
                        <a:cxn ang="0">
                          <a:pos x="480" y="336"/>
                        </a:cxn>
                        <a:cxn ang="0">
                          <a:pos x="336" y="336"/>
                        </a:cxn>
                        <a:cxn ang="0">
                          <a:pos x="336" y="0"/>
                        </a:cxn>
                        <a:cxn ang="0">
                          <a:pos x="0" y="0"/>
                        </a:cxn>
                      </a:cxnLst>
                      <a:rect l="0" t="0" r="r" b="b"/>
                      <a:pathLst>
                        <a:path w="480" h="336">
                          <a:moveTo>
                            <a:pt x="480" y="336"/>
                          </a:moveTo>
                          <a:lnTo>
                            <a:pt x="336" y="336"/>
                          </a:lnTo>
                          <a:lnTo>
                            <a:pt x="336" y="0"/>
                          </a:lnTo>
                          <a:lnTo>
                            <a:pt x="0" y="0"/>
                          </a:lnTo>
                        </a:path>
                      </a:pathLst>
                    </a:custGeom>
                    <a:noFill/>
                    <a:ln w="38100" cap="flat" cmpd="sng">
                      <a:solidFill>
                        <a:schemeClr val="tx1"/>
                      </a:solidFill>
                      <a:prstDash val="solid"/>
                      <a:round/>
                      <a:headEnd/>
                      <a:tailEnd/>
                    </a:ln>
                    <a:effectLst/>
                  </p:spPr>
                  <p:txBody>
                    <a:bodyPr wrap="none" anchor="ctr"/>
                    <a:lstStyle/>
                    <a:p>
                      <a:endParaRPr lang="en-US"/>
                    </a:p>
                  </p:txBody>
                </p:sp>
                <p:sp>
                  <p:nvSpPr>
                    <p:cNvPr id="28" name="Freeform 3315"/>
                    <p:cNvSpPr>
                      <a:spLocks/>
                    </p:cNvSpPr>
                    <p:nvPr/>
                  </p:nvSpPr>
                  <p:spPr bwMode="auto">
                    <a:xfrm flipH="1" flipV="1">
                      <a:off x="1934" y="1793"/>
                      <a:ext cx="480" cy="240"/>
                    </a:xfrm>
                    <a:custGeom>
                      <a:avLst/>
                      <a:gdLst/>
                      <a:ahLst/>
                      <a:cxnLst>
                        <a:cxn ang="0">
                          <a:pos x="480" y="336"/>
                        </a:cxn>
                        <a:cxn ang="0">
                          <a:pos x="336" y="336"/>
                        </a:cxn>
                        <a:cxn ang="0">
                          <a:pos x="336" y="0"/>
                        </a:cxn>
                        <a:cxn ang="0">
                          <a:pos x="0" y="0"/>
                        </a:cxn>
                      </a:cxnLst>
                      <a:rect l="0" t="0" r="r" b="b"/>
                      <a:pathLst>
                        <a:path w="480" h="336">
                          <a:moveTo>
                            <a:pt x="480" y="336"/>
                          </a:moveTo>
                          <a:lnTo>
                            <a:pt x="336" y="336"/>
                          </a:lnTo>
                          <a:lnTo>
                            <a:pt x="336" y="0"/>
                          </a:lnTo>
                          <a:lnTo>
                            <a:pt x="0" y="0"/>
                          </a:lnTo>
                        </a:path>
                      </a:pathLst>
                    </a:custGeom>
                    <a:noFill/>
                    <a:ln w="38100" cap="flat" cmpd="sng">
                      <a:solidFill>
                        <a:schemeClr val="tx1"/>
                      </a:solidFill>
                      <a:prstDash val="solid"/>
                      <a:round/>
                      <a:headEnd/>
                      <a:tailEnd/>
                    </a:ln>
                    <a:effectLst/>
                  </p:spPr>
                  <p:txBody>
                    <a:bodyPr wrap="none" anchor="ctr"/>
                    <a:lstStyle/>
                    <a:p>
                      <a:endParaRPr lang="en-US"/>
                    </a:p>
                  </p:txBody>
                </p:sp>
                <p:pic>
                  <p:nvPicPr>
                    <p:cNvPr id="29" name="Picture 3316" descr="Computer2"/>
                    <p:cNvPicPr>
                      <a:picLocks noChangeAspect="1" noChangeArrowheads="1"/>
                    </p:cNvPicPr>
                    <p:nvPr/>
                  </p:nvPicPr>
                  <p:blipFill>
                    <a:blip r:embed="rId3"/>
                    <a:srcRect/>
                    <a:stretch>
                      <a:fillRect/>
                    </a:stretch>
                  </p:blipFill>
                  <p:spPr bwMode="auto">
                    <a:xfrm>
                      <a:off x="2222" y="1000"/>
                      <a:ext cx="556" cy="602"/>
                    </a:xfrm>
                    <a:prstGeom prst="rect">
                      <a:avLst/>
                    </a:prstGeom>
                    <a:noFill/>
                  </p:spPr>
                </p:pic>
                <p:pic>
                  <p:nvPicPr>
                    <p:cNvPr id="30" name="Picture 3317" descr="Computer2"/>
                    <p:cNvPicPr>
                      <a:picLocks noChangeAspect="1" noChangeArrowheads="1"/>
                    </p:cNvPicPr>
                    <p:nvPr/>
                  </p:nvPicPr>
                  <p:blipFill>
                    <a:blip r:embed="rId3"/>
                    <a:srcRect/>
                    <a:stretch>
                      <a:fillRect/>
                    </a:stretch>
                  </p:blipFill>
                  <p:spPr bwMode="auto">
                    <a:xfrm>
                      <a:off x="2222" y="1671"/>
                      <a:ext cx="556" cy="602"/>
                    </a:xfrm>
                    <a:prstGeom prst="rect">
                      <a:avLst/>
                    </a:prstGeom>
                    <a:noFill/>
                  </p:spPr>
                </p:pic>
              </p:grpSp>
            </p:grpSp>
            <p:sp>
              <p:nvSpPr>
                <p:cNvPr id="16" name="AutoShape 3320"/>
                <p:cNvSpPr>
                  <a:spLocks noChangeArrowheads="1"/>
                </p:cNvSpPr>
                <p:nvPr/>
              </p:nvSpPr>
              <p:spPr bwMode="auto">
                <a:xfrm flipH="1" flipV="1">
                  <a:off x="1281" y="2747"/>
                  <a:ext cx="859" cy="581"/>
                </a:xfrm>
                <a:custGeom>
                  <a:avLst/>
                  <a:gdLst>
                    <a:gd name="G0" fmla="+- 4126458 0 0"/>
                    <a:gd name="G1" fmla="+- -24951 0 0"/>
                    <a:gd name="G2" fmla="+- 4126458 0 -24951"/>
                    <a:gd name="G3" fmla="+- 10800 0 0"/>
                    <a:gd name="G4" fmla="+- 0 0 4126458"/>
                    <a:gd name="T0" fmla="*/ 360 256 1"/>
                    <a:gd name="T1" fmla="*/ 0 256 1"/>
                    <a:gd name="G5" fmla="+- G2 T0 T1"/>
                    <a:gd name="G6" fmla="?: G2 G2 G5"/>
                    <a:gd name="G7" fmla="+- 0 0 G6"/>
                    <a:gd name="G8" fmla="+- 5940 0 0"/>
                    <a:gd name="G9" fmla="+- 0 0 -24951"/>
                    <a:gd name="G10" fmla="+- 5940 0 2700"/>
                    <a:gd name="G11" fmla="cos G10 4126458"/>
                    <a:gd name="G12" fmla="sin G10 4126458"/>
                    <a:gd name="G13" fmla="cos 13500 4126458"/>
                    <a:gd name="G14" fmla="sin 13500 4126458"/>
                    <a:gd name="G15" fmla="+- G11 10800 0"/>
                    <a:gd name="G16" fmla="+- G12 10800 0"/>
                    <a:gd name="G17" fmla="+- G13 10800 0"/>
                    <a:gd name="G18" fmla="+- G14 10800 0"/>
                    <a:gd name="G19" fmla="*/ 5940 1 2"/>
                    <a:gd name="G20" fmla="+- G19 5400 0"/>
                    <a:gd name="G21" fmla="cos G20 4126458"/>
                    <a:gd name="G22" fmla="sin G20 4126458"/>
                    <a:gd name="G23" fmla="+- G21 10800 0"/>
                    <a:gd name="G24" fmla="+- G12 G23 G22"/>
                    <a:gd name="G25" fmla="+- G22 G23 G11"/>
                    <a:gd name="G26" fmla="cos 10800 4126458"/>
                    <a:gd name="G27" fmla="sin 10800 4126458"/>
                    <a:gd name="G28" fmla="cos 5940 4126458"/>
                    <a:gd name="G29" fmla="sin 5940 4126458"/>
                    <a:gd name="G30" fmla="+- G26 10800 0"/>
                    <a:gd name="G31" fmla="+- G27 10800 0"/>
                    <a:gd name="G32" fmla="+- G28 10800 0"/>
                    <a:gd name="G33" fmla="+- G29 10800 0"/>
                    <a:gd name="G34" fmla="+- G19 5400 0"/>
                    <a:gd name="G35" fmla="cos G34 -24951"/>
                    <a:gd name="G36" fmla="sin G34 -24951"/>
                    <a:gd name="G37" fmla="+/ -24951 4126458 2"/>
                    <a:gd name="T2" fmla="*/ 180 256 1"/>
                    <a:gd name="T3" fmla="*/ 0 256 1"/>
                    <a:gd name="G38" fmla="+- G37 T2 T3"/>
                    <a:gd name="G39" fmla="?: G2 G37 G38"/>
                    <a:gd name="G40" fmla="cos 10800 G39"/>
                    <a:gd name="G41" fmla="sin 10800 G39"/>
                    <a:gd name="G42" fmla="cos 5940 G39"/>
                    <a:gd name="G43" fmla="sin 5940 G39"/>
                    <a:gd name="G44" fmla="+- G40 10800 0"/>
                    <a:gd name="G45" fmla="+- G41 10800 0"/>
                    <a:gd name="G46" fmla="+- G42 10800 0"/>
                    <a:gd name="G47" fmla="+- G43 10800 0"/>
                    <a:gd name="G48" fmla="+- G35 10800 0"/>
                    <a:gd name="G49" fmla="+- G36 10800 0"/>
                    <a:gd name="T4" fmla="*/ 20028 w 21600"/>
                    <a:gd name="T5" fmla="*/ 16409 h 21600"/>
                    <a:gd name="T6" fmla="*/ 19169 w 21600"/>
                    <a:gd name="T7" fmla="*/ 10744 h 21600"/>
                    <a:gd name="T8" fmla="*/ 15875 w 21600"/>
                    <a:gd name="T9" fmla="*/ 13885 h 21600"/>
                    <a:gd name="T10" fmla="*/ 16936 w 21600"/>
                    <a:gd name="T11" fmla="*/ 22824 h 21600"/>
                    <a:gd name="T12" fmla="*/ 10034 w 21600"/>
                    <a:gd name="T13" fmla="*/ 20587 h 21600"/>
                    <a:gd name="T14" fmla="*/ 12272 w 21600"/>
                    <a:gd name="T15" fmla="*/ 13685 h 21600"/>
                    <a:gd name="T16" fmla="*/ 3163 w 21600"/>
                    <a:gd name="T17" fmla="*/ 3163 h 21600"/>
                    <a:gd name="T18" fmla="*/ 18437 w 21600"/>
                    <a:gd name="T19" fmla="*/ 18437 h 21600"/>
                  </a:gdLst>
                  <a:ahLst/>
                  <a:cxnLst>
                    <a:cxn ang="0">
                      <a:pos x="T4" y="T5"/>
                    </a:cxn>
                    <a:cxn ang="0">
                      <a:pos x="T6" y="T7"/>
                    </a:cxn>
                    <a:cxn ang="0">
                      <a:pos x="T8" y="T9"/>
                    </a:cxn>
                    <a:cxn ang="0">
                      <a:pos x="T10" y="T11"/>
                    </a:cxn>
                    <a:cxn ang="0">
                      <a:pos x="T12" y="T13"/>
                    </a:cxn>
                    <a:cxn ang="0">
                      <a:pos x="T14" y="T15"/>
                    </a:cxn>
                  </a:cxnLst>
                  <a:rect l="T16" t="T17" r="T18" b="T19"/>
                  <a:pathLst>
                    <a:path w="21600" h="21600">
                      <a:moveTo>
                        <a:pt x="13499" y="16090"/>
                      </a:moveTo>
                      <a:cubicBezTo>
                        <a:pt x="15488" y="15076"/>
                        <a:pt x="16740" y="13032"/>
                        <a:pt x="16740" y="10800"/>
                      </a:cubicBezTo>
                      <a:cubicBezTo>
                        <a:pt x="16740" y="10786"/>
                        <a:pt x="16739" y="10773"/>
                        <a:pt x="16739" y="10760"/>
                      </a:cubicBezTo>
                      <a:lnTo>
                        <a:pt x="21599" y="10728"/>
                      </a:lnTo>
                      <a:cubicBezTo>
                        <a:pt x="21599" y="10752"/>
                        <a:pt x="21600" y="10776"/>
                        <a:pt x="21600" y="10800"/>
                      </a:cubicBezTo>
                      <a:cubicBezTo>
                        <a:pt x="21600" y="14858"/>
                        <a:pt x="19324" y="18574"/>
                        <a:pt x="15709" y="20419"/>
                      </a:cubicBezTo>
                      <a:lnTo>
                        <a:pt x="16936" y="22824"/>
                      </a:lnTo>
                      <a:lnTo>
                        <a:pt x="10034" y="20587"/>
                      </a:lnTo>
                      <a:lnTo>
                        <a:pt x="12272" y="13685"/>
                      </a:lnTo>
                      <a:lnTo>
                        <a:pt x="13499" y="16090"/>
                      </a:lnTo>
                      <a:close/>
                    </a:path>
                  </a:pathLst>
                </a:custGeom>
                <a:solidFill>
                  <a:srgbClr val="FFFFFF"/>
                </a:solidFill>
                <a:ln w="9525">
                  <a:solidFill>
                    <a:schemeClr val="tx1"/>
                  </a:solidFill>
                  <a:miter lim="800000"/>
                  <a:headEnd/>
                  <a:tailEnd/>
                </a:ln>
                <a:effectLst/>
              </p:spPr>
              <p:txBody>
                <a:bodyPr wrap="none" anchor="ctr"/>
                <a:lstStyle/>
                <a:p>
                  <a:endParaRPr lang="en-US"/>
                </a:p>
              </p:txBody>
            </p:sp>
            <p:sp>
              <p:nvSpPr>
                <p:cNvPr id="17" name="AutoShape 3321"/>
                <p:cNvSpPr>
                  <a:spLocks noChangeArrowheads="1"/>
                </p:cNvSpPr>
                <p:nvPr/>
              </p:nvSpPr>
              <p:spPr bwMode="auto">
                <a:xfrm>
                  <a:off x="3455" y="2746"/>
                  <a:ext cx="928" cy="597"/>
                </a:xfrm>
                <a:custGeom>
                  <a:avLst/>
                  <a:gdLst>
                    <a:gd name="G0" fmla="+- 129334 0 0"/>
                    <a:gd name="G1" fmla="+- -4202258 0 0"/>
                    <a:gd name="G2" fmla="+- 129334 0 -4202258"/>
                    <a:gd name="G3" fmla="+- 10800 0 0"/>
                    <a:gd name="G4" fmla="+- 0 0 129334"/>
                    <a:gd name="T0" fmla="*/ 360 256 1"/>
                    <a:gd name="T1" fmla="*/ 0 256 1"/>
                    <a:gd name="G5" fmla="+- G2 T0 T1"/>
                    <a:gd name="G6" fmla="?: G2 G2 G5"/>
                    <a:gd name="G7" fmla="+- 0 0 G6"/>
                    <a:gd name="G8" fmla="+- 6824 0 0"/>
                    <a:gd name="G9" fmla="+- 0 0 -4202258"/>
                    <a:gd name="G10" fmla="+- 6824 0 2700"/>
                    <a:gd name="G11" fmla="cos G10 129334"/>
                    <a:gd name="G12" fmla="sin G10 129334"/>
                    <a:gd name="G13" fmla="cos 13500 129334"/>
                    <a:gd name="G14" fmla="sin 13500 129334"/>
                    <a:gd name="G15" fmla="+- G11 10800 0"/>
                    <a:gd name="G16" fmla="+- G12 10800 0"/>
                    <a:gd name="G17" fmla="+- G13 10800 0"/>
                    <a:gd name="G18" fmla="+- G14 10800 0"/>
                    <a:gd name="G19" fmla="*/ 6824 1 2"/>
                    <a:gd name="G20" fmla="+- G19 5400 0"/>
                    <a:gd name="G21" fmla="cos G20 129334"/>
                    <a:gd name="G22" fmla="sin G20 129334"/>
                    <a:gd name="G23" fmla="+- G21 10800 0"/>
                    <a:gd name="G24" fmla="+- G12 G23 G22"/>
                    <a:gd name="G25" fmla="+- G22 G23 G11"/>
                    <a:gd name="G26" fmla="cos 10800 129334"/>
                    <a:gd name="G27" fmla="sin 10800 129334"/>
                    <a:gd name="G28" fmla="cos 6824 129334"/>
                    <a:gd name="G29" fmla="sin 6824 129334"/>
                    <a:gd name="G30" fmla="+- G26 10800 0"/>
                    <a:gd name="G31" fmla="+- G27 10800 0"/>
                    <a:gd name="G32" fmla="+- G28 10800 0"/>
                    <a:gd name="G33" fmla="+- G29 10800 0"/>
                    <a:gd name="G34" fmla="+- G19 5400 0"/>
                    <a:gd name="G35" fmla="cos G34 -4202258"/>
                    <a:gd name="G36" fmla="sin G34 -4202258"/>
                    <a:gd name="G37" fmla="+/ -4202258 129334 2"/>
                    <a:gd name="T2" fmla="*/ 180 256 1"/>
                    <a:gd name="T3" fmla="*/ 0 256 1"/>
                    <a:gd name="G38" fmla="+- G37 T2 T3"/>
                    <a:gd name="G39" fmla="?: G2 G37 G38"/>
                    <a:gd name="G40" fmla="cos 10800 G39"/>
                    <a:gd name="G41" fmla="sin 10800 G39"/>
                    <a:gd name="G42" fmla="cos 6824 G39"/>
                    <a:gd name="G43" fmla="sin 6824 G39"/>
                    <a:gd name="G44" fmla="+- G40 10800 0"/>
                    <a:gd name="G45" fmla="+- G41 10800 0"/>
                    <a:gd name="G46" fmla="+- G42 10800 0"/>
                    <a:gd name="G47" fmla="+- G43 10800 0"/>
                    <a:gd name="G48" fmla="+- G35 10800 0"/>
                    <a:gd name="G49" fmla="+- G36 10800 0"/>
                    <a:gd name="T4" fmla="*/ 20050 w 21600"/>
                    <a:gd name="T5" fmla="*/ 5225 h 21600"/>
                    <a:gd name="T6" fmla="*/ 14646 w 21600"/>
                    <a:gd name="T7" fmla="*/ 2871 h 21600"/>
                    <a:gd name="T8" fmla="*/ 16644 w 21600"/>
                    <a:gd name="T9" fmla="*/ 7277 h 21600"/>
                    <a:gd name="T10" fmla="*/ 24291 w 21600"/>
                    <a:gd name="T11" fmla="*/ 11264 h 21600"/>
                    <a:gd name="T12" fmla="*/ 19445 w 21600"/>
                    <a:gd name="T13" fmla="*/ 15788 h 21600"/>
                    <a:gd name="T14" fmla="*/ 14921 w 21600"/>
                    <a:gd name="T15" fmla="*/ 10942 h 21600"/>
                    <a:gd name="T16" fmla="*/ 3163 w 21600"/>
                    <a:gd name="T17" fmla="*/ 3163 h 21600"/>
                    <a:gd name="T18" fmla="*/ 18437 w 21600"/>
                    <a:gd name="T19" fmla="*/ 18437 h 21600"/>
                  </a:gdLst>
                  <a:ahLst/>
                  <a:cxnLst>
                    <a:cxn ang="0">
                      <a:pos x="T4" y="T5"/>
                    </a:cxn>
                    <a:cxn ang="0">
                      <a:pos x="T6" y="T7"/>
                    </a:cxn>
                    <a:cxn ang="0">
                      <a:pos x="T8" y="T9"/>
                    </a:cxn>
                    <a:cxn ang="0">
                      <a:pos x="T10" y="T11"/>
                    </a:cxn>
                    <a:cxn ang="0">
                      <a:pos x="T12" y="T13"/>
                    </a:cxn>
                    <a:cxn ang="0">
                      <a:pos x="T14" y="T15"/>
                    </a:cxn>
                  </a:cxnLst>
                  <a:rect l="T16" t="T17" r="T18" b="T19"/>
                  <a:pathLst>
                    <a:path w="21600" h="21600">
                      <a:moveTo>
                        <a:pt x="17619" y="11034"/>
                      </a:moveTo>
                      <a:cubicBezTo>
                        <a:pt x="17622" y="10956"/>
                        <a:pt x="17624" y="10878"/>
                        <a:pt x="17624" y="10800"/>
                      </a:cubicBezTo>
                      <a:cubicBezTo>
                        <a:pt x="17624" y="8185"/>
                        <a:pt x="16130" y="5801"/>
                        <a:pt x="13778" y="4660"/>
                      </a:cubicBezTo>
                      <a:lnTo>
                        <a:pt x="15513" y="1083"/>
                      </a:lnTo>
                      <a:cubicBezTo>
                        <a:pt x="19236" y="2888"/>
                        <a:pt x="21600" y="6662"/>
                        <a:pt x="21600" y="10800"/>
                      </a:cubicBezTo>
                      <a:cubicBezTo>
                        <a:pt x="21600" y="10924"/>
                        <a:pt x="21597" y="11047"/>
                        <a:pt x="21593" y="11171"/>
                      </a:cubicBezTo>
                      <a:lnTo>
                        <a:pt x="24291" y="11264"/>
                      </a:lnTo>
                      <a:lnTo>
                        <a:pt x="19445" y="15788"/>
                      </a:lnTo>
                      <a:lnTo>
                        <a:pt x="14921" y="10942"/>
                      </a:lnTo>
                      <a:lnTo>
                        <a:pt x="17619" y="11034"/>
                      </a:lnTo>
                      <a:close/>
                    </a:path>
                  </a:pathLst>
                </a:custGeom>
                <a:solidFill>
                  <a:srgbClr val="FFFFFF"/>
                </a:solidFill>
                <a:ln w="9525">
                  <a:solidFill>
                    <a:schemeClr val="tx1"/>
                  </a:solidFill>
                  <a:miter lim="800000"/>
                  <a:headEnd/>
                  <a:tailEnd/>
                </a:ln>
                <a:effectLst/>
              </p:spPr>
              <p:txBody>
                <a:bodyPr wrap="none" anchor="ctr"/>
                <a:lstStyle/>
                <a:p>
                  <a:endParaRPr lang="en-US"/>
                </a:p>
              </p:txBody>
            </p:sp>
          </p:grpSp>
        </p:grpSp>
      </p:grpSp>
    </p:spTree>
    <p:extLst>
      <p:ext uri="{BB962C8B-B14F-4D97-AF65-F5344CB8AC3E}">
        <p14:creationId xmlns:p14="http://schemas.microsoft.com/office/powerpoint/2010/main" val="298277493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7391400" y="6553200"/>
            <a:ext cx="1752600" cy="304800"/>
          </a:xfrm>
          <a:prstGeom prst="rect">
            <a:avLst/>
          </a:prstGeom>
        </p:spPr>
        <p:txBody>
          <a:bodyPr vert="horz" lIns="91440" tIns="45720" rIns="91440" bIns="45720" rtlCol="1">
            <a:normAutofit fontScale="92500" lnSpcReduction="10000"/>
          </a:bodyPr>
          <a:lstStyle/>
          <a:p>
            <a:pPr marL="342900" indent="-342900">
              <a:spcBef>
                <a:spcPct val="20000"/>
              </a:spcBef>
            </a:pPr>
            <a:r>
              <a:rPr lang="ar-YE" sz="1600" b="1" dirty="0" smtClean="0">
                <a:solidFill>
                  <a:schemeClr val="accent1">
                    <a:lumMod val="75000"/>
                  </a:schemeClr>
                </a:solidFill>
              </a:rPr>
              <a:t>أ.حسن عبدالرقيب أسعد</a:t>
            </a:r>
            <a:endParaRPr lang="en-US" sz="1600" b="1" dirty="0" smtClean="0">
              <a:solidFill>
                <a:schemeClr val="accent1">
                  <a:lumMod val="75000"/>
                </a:schemeClr>
              </a:solidFill>
            </a:endParaRPr>
          </a:p>
          <a:p>
            <a:pPr marL="342900" marR="0" lvl="0" indent="-342900" algn="l" defTabSz="914400" rtl="1" eaLnBrk="1" fontAlgn="auto" latinLnBrk="0" hangingPunct="1">
              <a:lnSpc>
                <a:spcPct val="100000"/>
              </a:lnSpc>
              <a:spcBef>
                <a:spcPct val="20000"/>
              </a:spcBef>
              <a:spcAft>
                <a:spcPts val="0"/>
              </a:spcAft>
              <a:buClrTx/>
              <a:buSzTx/>
              <a:tabLst/>
              <a:defRPr/>
            </a:pPr>
            <a:endParaRPr kumimoji="0" lang="ar-YE" sz="1600" b="0" i="0" u="none" strike="noStrike" kern="1200" cap="none" spc="0" normalizeH="0" baseline="0" noProof="0" dirty="0">
              <a:ln>
                <a:noFill/>
              </a:ln>
              <a:solidFill>
                <a:schemeClr val="accent1">
                  <a:lumMod val="75000"/>
                </a:schemeClr>
              </a:solidFill>
              <a:effectLst/>
              <a:uLnTx/>
              <a:uFillTx/>
              <a:latin typeface="+mj-lt"/>
              <a:ea typeface="+mn-ea"/>
              <a:cs typeface="+mn-cs"/>
            </a:endParaRPr>
          </a:p>
        </p:txBody>
      </p:sp>
      <p:sp>
        <p:nvSpPr>
          <p:cNvPr id="5" name="Title 1"/>
          <p:cNvSpPr>
            <a:spLocks noGrp="1"/>
          </p:cNvSpPr>
          <p:nvPr>
            <p:ph type="title"/>
          </p:nvPr>
        </p:nvSpPr>
        <p:spPr>
          <a:xfrm>
            <a:off x="457200" y="-152400"/>
            <a:ext cx="8229600" cy="1219200"/>
          </a:xfrm>
        </p:spPr>
        <p:txBody>
          <a:bodyPr>
            <a:normAutofit/>
          </a:bodyPr>
          <a:lstStyle/>
          <a:p>
            <a:pPr algn="r"/>
            <a:r>
              <a:rPr lang="ar-YE" sz="3200" dirty="0" smtClean="0">
                <a:solidFill>
                  <a:schemeClr val="tx2">
                    <a:lumMod val="75000"/>
                  </a:schemeClr>
                </a:solidFill>
                <a:latin typeface="Arabic Typesetting" pitchFamily="66" charset="-78"/>
                <a:cs typeface="Arabic Typesetting" pitchFamily="66" charset="-78"/>
              </a:rPr>
              <a:t>تمرين</a:t>
            </a:r>
            <a:endParaRPr lang="en-US" sz="3200" dirty="0">
              <a:solidFill>
                <a:schemeClr val="tx2">
                  <a:lumMod val="75000"/>
                </a:schemeClr>
              </a:solidFill>
              <a:latin typeface="Arabic Typesetting" pitchFamily="66" charset="-78"/>
              <a:cs typeface="Arabic Typesetting" pitchFamily="66" charset="-78"/>
            </a:endParaRPr>
          </a:p>
        </p:txBody>
      </p:sp>
      <p:grpSp>
        <p:nvGrpSpPr>
          <p:cNvPr id="2" name="Group 5"/>
          <p:cNvGrpSpPr/>
          <p:nvPr/>
        </p:nvGrpSpPr>
        <p:grpSpPr>
          <a:xfrm>
            <a:off x="5562600" y="685800"/>
            <a:ext cx="2971800" cy="76200"/>
            <a:chOff x="5562600" y="1066800"/>
            <a:chExt cx="2971800" cy="76200"/>
          </a:xfrm>
        </p:grpSpPr>
        <p:cxnSp>
          <p:nvCxnSpPr>
            <p:cNvPr id="7" name="Straight Connector 6"/>
            <p:cNvCxnSpPr/>
            <p:nvPr/>
          </p:nvCxnSpPr>
          <p:spPr>
            <a:xfrm flipH="1">
              <a:off x="5562600" y="1066800"/>
              <a:ext cx="29718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flipH="1">
              <a:off x="6096000" y="1143000"/>
              <a:ext cx="2438400" cy="0"/>
            </a:xfrm>
            <a:prstGeom prst="line">
              <a:avLst/>
            </a:prstGeom>
          </p:spPr>
          <p:style>
            <a:lnRef idx="1">
              <a:schemeClr val="accent1"/>
            </a:lnRef>
            <a:fillRef idx="0">
              <a:schemeClr val="accent1"/>
            </a:fillRef>
            <a:effectRef idx="0">
              <a:schemeClr val="accent1"/>
            </a:effectRef>
            <a:fontRef idx="minor">
              <a:schemeClr val="tx1"/>
            </a:fontRef>
          </p:style>
        </p:cxnSp>
      </p:grpSp>
      <p:sp>
        <p:nvSpPr>
          <p:cNvPr id="9" name="Content Placeholder 2"/>
          <p:cNvSpPr>
            <a:spLocks noGrp="1"/>
          </p:cNvSpPr>
          <p:nvPr>
            <p:ph idx="1"/>
          </p:nvPr>
        </p:nvSpPr>
        <p:spPr>
          <a:xfrm>
            <a:off x="457200" y="685801"/>
            <a:ext cx="8229600" cy="5562600"/>
          </a:xfrm>
        </p:spPr>
        <p:txBody>
          <a:bodyPr>
            <a:normAutofit/>
          </a:bodyPr>
          <a:lstStyle/>
          <a:p>
            <a:pPr marL="0" indent="0">
              <a:buNone/>
            </a:pPr>
            <a:endParaRPr lang="ar-YE" sz="1800" b="1" dirty="0" smtClean="0">
              <a:solidFill>
                <a:srgbClr val="C00000"/>
              </a:solidFill>
            </a:endParaRPr>
          </a:p>
          <a:p>
            <a:pPr marL="0" indent="0">
              <a:buNone/>
            </a:pPr>
            <a:r>
              <a:rPr lang="ar-YE" sz="1800" b="1" dirty="0" smtClean="0">
                <a:solidFill>
                  <a:srgbClr val="C00000"/>
                </a:solidFill>
              </a:rPr>
              <a:t>* ادكر انواع الـ </a:t>
            </a:r>
            <a:r>
              <a:rPr lang="en-US" sz="1800" b="1" cap="all" dirty="0" smtClean="0">
                <a:ln w="0"/>
                <a:gradFill flip="none">
                  <a:gsLst>
                    <a:gs pos="0">
                      <a:schemeClr val="accent1">
                        <a:tint val="75000"/>
                        <a:shade val="75000"/>
                        <a:satMod val="170000"/>
                      </a:schemeClr>
                    </a:gs>
                    <a:gs pos="49000">
                      <a:schemeClr val="accent1">
                        <a:tint val="88000"/>
                        <a:shade val="65000"/>
                        <a:satMod val="172000"/>
                      </a:schemeClr>
                    </a:gs>
                    <a:gs pos="50000">
                      <a:schemeClr val="accent1">
                        <a:shade val="65000"/>
                        <a:satMod val="130000"/>
                      </a:schemeClr>
                    </a:gs>
                    <a:gs pos="92000">
                      <a:schemeClr val="accent1">
                        <a:shade val="50000"/>
                        <a:satMod val="120000"/>
                      </a:schemeClr>
                    </a:gs>
                    <a:gs pos="100000">
                      <a:schemeClr val="accent1">
                        <a:shade val="48000"/>
                        <a:satMod val="120000"/>
                      </a:schemeClr>
                    </a:gs>
                  </a:gsLst>
                  <a:lin ang="5400000"/>
                </a:gradFill>
                <a:effectLst>
                  <a:reflection blurRad="12700" stA="50000" endPos="50000" dist="5000" dir="5400000" sy="-100000" rotWithShape="0"/>
                </a:effectLst>
              </a:rPr>
              <a:t>Network Topologies</a:t>
            </a:r>
            <a:r>
              <a:rPr lang="ar-YE" sz="1800" b="1" cap="all" dirty="0" smtClean="0">
                <a:ln w="0"/>
                <a:gradFill flip="none">
                  <a:gsLst>
                    <a:gs pos="0">
                      <a:schemeClr val="accent1">
                        <a:tint val="75000"/>
                        <a:shade val="75000"/>
                        <a:satMod val="170000"/>
                      </a:schemeClr>
                    </a:gs>
                    <a:gs pos="49000">
                      <a:schemeClr val="accent1">
                        <a:tint val="88000"/>
                        <a:shade val="65000"/>
                        <a:satMod val="172000"/>
                      </a:schemeClr>
                    </a:gs>
                    <a:gs pos="50000">
                      <a:schemeClr val="accent1">
                        <a:shade val="65000"/>
                        <a:satMod val="130000"/>
                      </a:schemeClr>
                    </a:gs>
                    <a:gs pos="92000">
                      <a:schemeClr val="accent1">
                        <a:shade val="50000"/>
                        <a:satMod val="120000"/>
                      </a:schemeClr>
                    </a:gs>
                    <a:gs pos="100000">
                      <a:schemeClr val="accent1">
                        <a:shade val="48000"/>
                        <a:satMod val="120000"/>
                      </a:schemeClr>
                    </a:gs>
                  </a:gsLst>
                  <a:lin ang="5400000"/>
                </a:gradFill>
                <a:effectLst>
                  <a:reflection blurRad="12700" stA="50000" endPos="50000" dist="5000" dir="5400000" sy="-100000" rotWithShape="0"/>
                </a:effectLst>
              </a:rPr>
              <a:t> مع مميزاتها وعيوبها ؟</a:t>
            </a:r>
            <a:r>
              <a:rPr lang="ar-YE" sz="1800" b="1" dirty="0" smtClean="0">
                <a:solidFill>
                  <a:srgbClr val="C00000"/>
                </a:solidFill>
              </a:rPr>
              <a:t> </a:t>
            </a:r>
            <a:endParaRPr lang="en-US" sz="1800" b="1" dirty="0" smtClean="0">
              <a:solidFill>
                <a:srgbClr val="C00000"/>
              </a:solidFill>
            </a:endParaRPr>
          </a:p>
          <a:p>
            <a:pPr marL="0" indent="0" algn="r">
              <a:buNone/>
            </a:pPr>
            <a:endParaRPr lang="ar-YE" sz="1800" b="1" dirty="0" smtClean="0">
              <a:solidFill>
                <a:srgbClr val="C00000"/>
              </a:solidFill>
            </a:endParaRPr>
          </a:p>
          <a:p>
            <a:pPr marL="0" indent="0">
              <a:buNone/>
            </a:pPr>
            <a:endParaRPr lang="ar-YE" sz="1800" b="1" u="sng" dirty="0" smtClean="0">
              <a:solidFill>
                <a:schemeClr val="tx1">
                  <a:lumMod val="75000"/>
                  <a:lumOff val="25000"/>
                </a:schemeClr>
              </a:solidFill>
            </a:endParaRPr>
          </a:p>
          <a:p>
            <a:pPr marL="0" indent="0" algn="r">
              <a:buNone/>
            </a:pPr>
            <a:endParaRPr lang="ar-YE" sz="1800" b="1" u="sng" dirty="0" smtClean="0">
              <a:solidFill>
                <a:schemeClr val="tx1">
                  <a:lumMod val="75000"/>
                  <a:lumOff val="25000"/>
                </a:schemeClr>
              </a:solidFill>
            </a:endParaRPr>
          </a:p>
          <a:p>
            <a:pPr marL="0" indent="0" algn="r">
              <a:buNone/>
            </a:pPr>
            <a:endParaRPr lang="ar-YE" sz="1800" b="1" u="sng" dirty="0" smtClean="0">
              <a:solidFill>
                <a:schemeClr val="tx1">
                  <a:lumMod val="75000"/>
                  <a:lumOff val="25000"/>
                </a:schemeClr>
              </a:solidFill>
            </a:endParaRPr>
          </a:p>
          <a:p>
            <a:pPr marL="0" indent="0" algn="r">
              <a:buNone/>
            </a:pPr>
            <a:endParaRPr lang="ar-YE" sz="1800" b="1" u="sng" dirty="0" smtClean="0">
              <a:solidFill>
                <a:schemeClr val="tx1">
                  <a:lumMod val="75000"/>
                  <a:lumOff val="25000"/>
                </a:schemeClr>
              </a:solidFill>
            </a:endParaRPr>
          </a:p>
          <a:p>
            <a:pPr marL="0" indent="0" algn="r">
              <a:buNone/>
            </a:pPr>
            <a:endParaRPr lang="ar-YE" sz="1800" b="1" u="sng" dirty="0" smtClean="0">
              <a:solidFill>
                <a:schemeClr val="tx1">
                  <a:lumMod val="75000"/>
                  <a:lumOff val="25000"/>
                </a:schemeClr>
              </a:solidFill>
            </a:endParaRPr>
          </a:p>
        </p:txBody>
      </p:sp>
      <p:sp>
        <p:nvSpPr>
          <p:cNvPr id="10" name="Title 1"/>
          <p:cNvSpPr txBox="1">
            <a:spLocks/>
          </p:cNvSpPr>
          <p:nvPr/>
        </p:nvSpPr>
        <p:spPr>
          <a:xfrm>
            <a:off x="685800" y="2130425"/>
            <a:ext cx="7772400" cy="1470025"/>
          </a:xfrm>
          <a:prstGeom prst="rect">
            <a:avLst/>
          </a:prstGeom>
        </p:spPr>
        <p:txBody>
          <a:bodyPr vert="horz" lIns="91440" tIns="45720" rIns="91440" bIns="45720" rtlCol="1" anchor="ctr">
            <a:noAutofit/>
            <a:scene3d>
              <a:camera prst="orthographicFront">
                <a:rot lat="0" lon="0" rev="0"/>
              </a:camera>
              <a:lightRig rig="contrasting" dir="t">
                <a:rot lat="0" lon="0" rev="4500000"/>
              </a:lightRig>
            </a:scene3d>
            <a:sp3d contourW="6350" prstMaterial="metal">
              <a:bevelT w="127000" h="31750" prst="relaxedInset"/>
              <a:contourClr>
                <a:schemeClr val="accent1">
                  <a:shade val="75000"/>
                </a:schemeClr>
              </a:contourClr>
            </a:sp3d>
          </a:bodyPr>
          <a:lstStyle/>
          <a:p>
            <a:pPr marL="0" marR="0" lvl="0" indent="0" algn="ctr" defTabSz="914400" rtl="1" eaLnBrk="1" fontAlgn="auto" latinLnBrk="0" hangingPunct="1">
              <a:lnSpc>
                <a:spcPct val="100000"/>
              </a:lnSpc>
              <a:spcBef>
                <a:spcPct val="0"/>
              </a:spcBef>
              <a:spcAft>
                <a:spcPts val="0"/>
              </a:spcAft>
              <a:buClrTx/>
              <a:buSzTx/>
              <a:buFontTx/>
              <a:buNone/>
              <a:tabLst/>
              <a:defRPr/>
            </a:pPr>
            <a:r>
              <a:rPr kumimoji="0" lang="en-US" sz="4400" b="1" i="0" u="none" strike="noStrike" kern="1200" cap="all" spc="0" normalizeH="0" baseline="0" noProof="0" dirty="0" smtClean="0">
                <a:ln w="0"/>
                <a:gradFill flip="none">
                  <a:gsLst>
                    <a:gs pos="0">
                      <a:schemeClr val="accent1">
                        <a:tint val="75000"/>
                        <a:shade val="75000"/>
                        <a:satMod val="170000"/>
                      </a:schemeClr>
                    </a:gs>
                    <a:gs pos="49000">
                      <a:schemeClr val="accent1">
                        <a:tint val="88000"/>
                        <a:shade val="65000"/>
                        <a:satMod val="172000"/>
                      </a:schemeClr>
                    </a:gs>
                    <a:gs pos="50000">
                      <a:schemeClr val="accent1">
                        <a:shade val="65000"/>
                        <a:satMod val="130000"/>
                      </a:schemeClr>
                    </a:gs>
                    <a:gs pos="92000">
                      <a:schemeClr val="accent1">
                        <a:shade val="50000"/>
                        <a:satMod val="120000"/>
                      </a:schemeClr>
                    </a:gs>
                    <a:gs pos="100000">
                      <a:schemeClr val="accent1">
                        <a:shade val="48000"/>
                        <a:satMod val="120000"/>
                      </a:schemeClr>
                    </a:gs>
                  </a:gsLst>
                  <a:lin ang="5400000"/>
                </a:gradFill>
                <a:effectLst>
                  <a:reflection blurRad="12700" stA="50000" endPos="50000" dist="5000" dir="5400000" sy="-100000" rotWithShape="0"/>
                </a:effectLst>
                <a:uLnTx/>
                <a:uFillTx/>
                <a:latin typeface="+mn-lt"/>
                <a:ea typeface="+mj-ea"/>
                <a:cs typeface="+mj-cs"/>
              </a:rPr>
              <a:t>Create local user</a:t>
            </a:r>
            <a:endParaRPr kumimoji="0" lang="ar-YE" sz="4400" b="1" i="0" u="none" strike="noStrike" kern="1200" cap="all" spc="0" normalizeH="0" baseline="0" noProof="0" dirty="0">
              <a:ln w="0"/>
              <a:gradFill flip="none">
                <a:gsLst>
                  <a:gs pos="0">
                    <a:schemeClr val="accent1">
                      <a:tint val="75000"/>
                      <a:shade val="75000"/>
                      <a:satMod val="170000"/>
                    </a:schemeClr>
                  </a:gs>
                  <a:gs pos="49000">
                    <a:schemeClr val="accent1">
                      <a:tint val="88000"/>
                      <a:shade val="65000"/>
                      <a:satMod val="172000"/>
                    </a:schemeClr>
                  </a:gs>
                  <a:gs pos="50000">
                    <a:schemeClr val="accent1">
                      <a:shade val="65000"/>
                      <a:satMod val="130000"/>
                    </a:schemeClr>
                  </a:gs>
                  <a:gs pos="92000">
                    <a:schemeClr val="accent1">
                      <a:shade val="50000"/>
                      <a:satMod val="120000"/>
                    </a:schemeClr>
                  </a:gs>
                  <a:gs pos="100000">
                    <a:schemeClr val="accent1">
                      <a:shade val="48000"/>
                      <a:satMod val="120000"/>
                    </a:schemeClr>
                  </a:gs>
                </a:gsLst>
                <a:lin ang="5400000"/>
              </a:gradFill>
              <a:effectLst>
                <a:reflection blurRad="12700" stA="50000" endPos="50000" dist="5000" dir="5400000" sy="-100000" rotWithShape="0"/>
              </a:effectLst>
              <a:uLnTx/>
              <a:uFillTx/>
              <a:latin typeface="+mn-lt"/>
              <a:ea typeface="+mj-ea"/>
              <a:cs typeface="+mj-cs"/>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7391400" y="6553200"/>
            <a:ext cx="1752600" cy="304800"/>
          </a:xfrm>
          <a:prstGeom prst="rect">
            <a:avLst/>
          </a:prstGeom>
        </p:spPr>
        <p:txBody>
          <a:bodyPr vert="horz" lIns="91440" tIns="45720" rIns="91440" bIns="45720" rtlCol="1">
            <a:normAutofit fontScale="92500" lnSpcReduction="10000"/>
          </a:bodyPr>
          <a:lstStyle/>
          <a:p>
            <a:pPr marL="342900" indent="-342900">
              <a:spcBef>
                <a:spcPct val="20000"/>
              </a:spcBef>
            </a:pPr>
            <a:r>
              <a:rPr lang="ar-YE" sz="1600" b="1" dirty="0" smtClean="0">
                <a:solidFill>
                  <a:schemeClr val="accent1">
                    <a:lumMod val="75000"/>
                  </a:schemeClr>
                </a:solidFill>
              </a:rPr>
              <a:t>أ.حسن عبدالرقيب أسعد</a:t>
            </a:r>
            <a:endParaRPr lang="en-US" sz="1600" b="1" dirty="0" smtClean="0">
              <a:solidFill>
                <a:schemeClr val="accent1">
                  <a:lumMod val="75000"/>
                </a:schemeClr>
              </a:solidFill>
            </a:endParaRPr>
          </a:p>
          <a:p>
            <a:pPr marL="342900" marR="0" lvl="0" indent="-342900" algn="l" defTabSz="914400" rtl="1" eaLnBrk="1" fontAlgn="auto" latinLnBrk="0" hangingPunct="1">
              <a:lnSpc>
                <a:spcPct val="100000"/>
              </a:lnSpc>
              <a:spcBef>
                <a:spcPct val="20000"/>
              </a:spcBef>
              <a:spcAft>
                <a:spcPts val="0"/>
              </a:spcAft>
              <a:buClrTx/>
              <a:buSzTx/>
              <a:tabLst/>
              <a:defRPr/>
            </a:pPr>
            <a:endParaRPr kumimoji="0" lang="ar-YE" sz="1600" b="0" i="0" u="none" strike="noStrike" kern="1200" cap="none" spc="0" normalizeH="0" baseline="0" noProof="0" dirty="0">
              <a:ln>
                <a:noFill/>
              </a:ln>
              <a:solidFill>
                <a:schemeClr val="accent1">
                  <a:lumMod val="75000"/>
                </a:schemeClr>
              </a:solidFill>
              <a:effectLst/>
              <a:uLnTx/>
              <a:uFillTx/>
              <a:latin typeface="+mj-lt"/>
              <a:ea typeface="+mn-ea"/>
              <a:cs typeface="+mn-cs"/>
            </a:endParaRPr>
          </a:p>
        </p:txBody>
      </p:sp>
      <p:sp>
        <p:nvSpPr>
          <p:cNvPr id="6" name="Title 1"/>
          <p:cNvSpPr txBox="1">
            <a:spLocks/>
          </p:cNvSpPr>
          <p:nvPr/>
        </p:nvSpPr>
        <p:spPr>
          <a:xfrm>
            <a:off x="685800" y="2130425"/>
            <a:ext cx="7772400" cy="1470025"/>
          </a:xfrm>
          <a:prstGeom prst="rect">
            <a:avLst/>
          </a:prstGeom>
        </p:spPr>
        <p:txBody>
          <a:bodyPr vert="horz" lIns="91440" tIns="45720" rIns="91440" bIns="45720" rtlCol="1" anchor="ctr">
            <a:noAutofit/>
            <a:scene3d>
              <a:camera prst="orthographicFront">
                <a:rot lat="0" lon="0" rev="0"/>
              </a:camera>
              <a:lightRig rig="contrasting" dir="t">
                <a:rot lat="0" lon="0" rev="4500000"/>
              </a:lightRig>
            </a:scene3d>
            <a:sp3d contourW="6350" prstMaterial="metal">
              <a:bevelT w="127000" h="31750" prst="relaxedInset"/>
              <a:contourClr>
                <a:schemeClr val="accent1">
                  <a:shade val="75000"/>
                </a:schemeClr>
              </a:contourClr>
            </a:sp3d>
          </a:bodyPr>
          <a:lstStyle/>
          <a:p>
            <a:pPr marL="0" marR="0" lvl="0" indent="0" algn="ctr" defTabSz="914400" rtl="1" eaLnBrk="1" fontAlgn="auto" latinLnBrk="0" hangingPunct="1">
              <a:lnSpc>
                <a:spcPct val="100000"/>
              </a:lnSpc>
              <a:spcBef>
                <a:spcPct val="0"/>
              </a:spcBef>
              <a:spcAft>
                <a:spcPts val="0"/>
              </a:spcAft>
              <a:buClrTx/>
              <a:buSzTx/>
              <a:buFontTx/>
              <a:buNone/>
              <a:tabLst/>
              <a:defRPr/>
            </a:pPr>
            <a:r>
              <a:rPr kumimoji="0" lang="en-US" sz="4400" b="1" i="0" u="none" strike="noStrike" kern="1200" cap="all" spc="0" normalizeH="0" baseline="0" noProof="0" dirty="0" smtClean="0">
                <a:ln w="0"/>
                <a:gradFill flip="none">
                  <a:gsLst>
                    <a:gs pos="0">
                      <a:schemeClr val="accent1">
                        <a:tint val="75000"/>
                        <a:shade val="75000"/>
                        <a:satMod val="170000"/>
                      </a:schemeClr>
                    </a:gs>
                    <a:gs pos="49000">
                      <a:schemeClr val="accent1">
                        <a:tint val="88000"/>
                        <a:shade val="65000"/>
                        <a:satMod val="172000"/>
                      </a:schemeClr>
                    </a:gs>
                    <a:gs pos="50000">
                      <a:schemeClr val="accent1">
                        <a:shade val="65000"/>
                        <a:satMod val="130000"/>
                      </a:schemeClr>
                    </a:gs>
                    <a:gs pos="92000">
                      <a:schemeClr val="accent1">
                        <a:shade val="50000"/>
                        <a:satMod val="120000"/>
                      </a:schemeClr>
                    </a:gs>
                    <a:gs pos="100000">
                      <a:schemeClr val="accent1">
                        <a:shade val="48000"/>
                        <a:satMod val="120000"/>
                      </a:schemeClr>
                    </a:gs>
                  </a:gsLst>
                  <a:lin ang="5400000"/>
                </a:gradFill>
                <a:effectLst>
                  <a:reflection blurRad="12700" stA="50000" endPos="50000" dist="5000" dir="5400000" sy="-100000" rotWithShape="0"/>
                </a:effectLst>
                <a:uLnTx/>
                <a:uFillTx/>
                <a:latin typeface="+mn-lt"/>
                <a:ea typeface="+mj-ea"/>
                <a:cs typeface="+mj-cs"/>
              </a:rPr>
              <a:t>Sharing</a:t>
            </a:r>
            <a:r>
              <a:rPr kumimoji="0" lang="en-US" sz="4400" b="1" i="0" u="none" strike="noStrike" kern="1200" cap="all" spc="0" normalizeH="0" noProof="0" dirty="0" smtClean="0">
                <a:ln w="0"/>
                <a:gradFill flip="none">
                  <a:gsLst>
                    <a:gs pos="0">
                      <a:schemeClr val="accent1">
                        <a:tint val="75000"/>
                        <a:shade val="75000"/>
                        <a:satMod val="170000"/>
                      </a:schemeClr>
                    </a:gs>
                    <a:gs pos="49000">
                      <a:schemeClr val="accent1">
                        <a:tint val="88000"/>
                        <a:shade val="65000"/>
                        <a:satMod val="172000"/>
                      </a:schemeClr>
                    </a:gs>
                    <a:gs pos="50000">
                      <a:schemeClr val="accent1">
                        <a:shade val="65000"/>
                        <a:satMod val="130000"/>
                      </a:schemeClr>
                    </a:gs>
                    <a:gs pos="92000">
                      <a:schemeClr val="accent1">
                        <a:shade val="50000"/>
                        <a:satMod val="120000"/>
                      </a:schemeClr>
                    </a:gs>
                    <a:gs pos="100000">
                      <a:schemeClr val="accent1">
                        <a:shade val="48000"/>
                        <a:satMod val="120000"/>
                      </a:schemeClr>
                    </a:gs>
                  </a:gsLst>
                  <a:lin ang="5400000"/>
                </a:gradFill>
                <a:effectLst>
                  <a:reflection blurRad="12700" stA="50000" endPos="50000" dist="5000" dir="5400000" sy="-100000" rotWithShape="0"/>
                </a:effectLst>
                <a:uLnTx/>
                <a:uFillTx/>
                <a:latin typeface="+mn-lt"/>
                <a:ea typeface="+mj-ea"/>
                <a:cs typeface="+mj-cs"/>
              </a:rPr>
              <a:t> printer on home  network Using Win XP</a:t>
            </a:r>
            <a:endParaRPr kumimoji="0" lang="ar-YE" sz="4400" b="1" i="0" u="none" strike="noStrike" kern="1200" cap="all" spc="0" normalizeH="0" baseline="0" noProof="0" dirty="0">
              <a:ln w="0"/>
              <a:gradFill flip="none">
                <a:gsLst>
                  <a:gs pos="0">
                    <a:schemeClr val="accent1">
                      <a:tint val="75000"/>
                      <a:shade val="75000"/>
                      <a:satMod val="170000"/>
                    </a:schemeClr>
                  </a:gs>
                  <a:gs pos="49000">
                    <a:schemeClr val="accent1">
                      <a:tint val="88000"/>
                      <a:shade val="65000"/>
                      <a:satMod val="172000"/>
                    </a:schemeClr>
                  </a:gs>
                  <a:gs pos="50000">
                    <a:schemeClr val="accent1">
                      <a:shade val="65000"/>
                      <a:satMod val="130000"/>
                    </a:schemeClr>
                  </a:gs>
                  <a:gs pos="92000">
                    <a:schemeClr val="accent1">
                      <a:shade val="50000"/>
                      <a:satMod val="120000"/>
                    </a:schemeClr>
                  </a:gs>
                  <a:gs pos="100000">
                    <a:schemeClr val="accent1">
                      <a:shade val="48000"/>
                      <a:satMod val="120000"/>
                    </a:schemeClr>
                  </a:gs>
                </a:gsLst>
                <a:lin ang="5400000"/>
              </a:gradFill>
              <a:effectLst>
                <a:reflection blurRad="12700" stA="50000" endPos="50000" dist="5000" dir="5400000" sy="-100000" rotWithShape="0"/>
              </a:effectLst>
              <a:uLnTx/>
              <a:uFillTx/>
              <a:latin typeface="+mn-lt"/>
              <a:ea typeface="+mj-ea"/>
              <a:cs typeface="+mj-cs"/>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457200" y="-152400"/>
            <a:ext cx="8229600" cy="1219200"/>
          </a:xfrm>
        </p:spPr>
        <p:txBody>
          <a:bodyPr/>
          <a:lstStyle/>
          <a:p>
            <a:pPr algn="r"/>
            <a:r>
              <a:rPr lang="en-US" dirty="0" smtClean="0">
                <a:solidFill>
                  <a:schemeClr val="tx2">
                    <a:lumMod val="75000"/>
                  </a:schemeClr>
                </a:solidFill>
                <a:latin typeface="Arabic Typesetting" pitchFamily="66" charset="-78"/>
                <a:cs typeface="Arabic Typesetting" pitchFamily="66" charset="-78"/>
              </a:rPr>
              <a:t>Sharing printer</a:t>
            </a:r>
            <a:endParaRPr lang="en-US" dirty="0">
              <a:solidFill>
                <a:schemeClr val="tx2">
                  <a:lumMod val="75000"/>
                </a:schemeClr>
              </a:solidFill>
              <a:latin typeface="Arabic Typesetting" pitchFamily="66" charset="-78"/>
              <a:cs typeface="Arabic Typesetting" pitchFamily="66" charset="-78"/>
            </a:endParaRPr>
          </a:p>
        </p:txBody>
      </p:sp>
      <p:grpSp>
        <p:nvGrpSpPr>
          <p:cNvPr id="2" name="Group 4"/>
          <p:cNvGrpSpPr/>
          <p:nvPr/>
        </p:nvGrpSpPr>
        <p:grpSpPr>
          <a:xfrm>
            <a:off x="5562600" y="685800"/>
            <a:ext cx="2971800" cy="76200"/>
            <a:chOff x="5562600" y="1066800"/>
            <a:chExt cx="2971800" cy="76200"/>
          </a:xfrm>
        </p:grpSpPr>
        <p:cxnSp>
          <p:nvCxnSpPr>
            <p:cNvPr id="6" name="Straight Connector 5"/>
            <p:cNvCxnSpPr/>
            <p:nvPr/>
          </p:nvCxnSpPr>
          <p:spPr>
            <a:xfrm flipH="1">
              <a:off x="5562600" y="1066800"/>
              <a:ext cx="29718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flipH="1">
              <a:off x="6096000" y="1143000"/>
              <a:ext cx="2438400" cy="0"/>
            </a:xfrm>
            <a:prstGeom prst="line">
              <a:avLst/>
            </a:prstGeom>
          </p:spPr>
          <p:style>
            <a:lnRef idx="1">
              <a:schemeClr val="accent1"/>
            </a:lnRef>
            <a:fillRef idx="0">
              <a:schemeClr val="accent1"/>
            </a:fillRef>
            <a:effectRef idx="0">
              <a:schemeClr val="accent1"/>
            </a:effectRef>
            <a:fontRef idx="minor">
              <a:schemeClr val="tx1"/>
            </a:fontRef>
          </p:style>
        </p:cxnSp>
      </p:grpSp>
      <p:sp>
        <p:nvSpPr>
          <p:cNvPr id="8" name="Subtitle 2"/>
          <p:cNvSpPr txBox="1">
            <a:spLocks/>
          </p:cNvSpPr>
          <p:nvPr/>
        </p:nvSpPr>
        <p:spPr>
          <a:xfrm>
            <a:off x="7391400" y="6553200"/>
            <a:ext cx="1752600" cy="304800"/>
          </a:xfrm>
          <a:prstGeom prst="rect">
            <a:avLst/>
          </a:prstGeom>
        </p:spPr>
        <p:txBody>
          <a:bodyPr vert="horz" lIns="91440" tIns="45720" rIns="91440" bIns="45720" rtlCol="1">
            <a:normAutofit fontScale="92500" lnSpcReduction="10000"/>
          </a:bodyPr>
          <a:lstStyle/>
          <a:p>
            <a:pPr marL="342900" indent="-342900">
              <a:spcBef>
                <a:spcPct val="20000"/>
              </a:spcBef>
            </a:pPr>
            <a:r>
              <a:rPr lang="ar-YE" sz="1600" b="1" dirty="0" smtClean="0">
                <a:solidFill>
                  <a:schemeClr val="accent1">
                    <a:lumMod val="75000"/>
                  </a:schemeClr>
                </a:solidFill>
              </a:rPr>
              <a:t>أ.حسن عبدالرقيب أسعد</a:t>
            </a:r>
            <a:endParaRPr lang="en-US" sz="1600" b="1" dirty="0" smtClean="0">
              <a:solidFill>
                <a:schemeClr val="accent1">
                  <a:lumMod val="75000"/>
                </a:schemeClr>
              </a:solidFill>
            </a:endParaRPr>
          </a:p>
          <a:p>
            <a:pPr marL="342900" marR="0" lvl="0" indent="-342900" algn="l" defTabSz="914400" rtl="1" eaLnBrk="1" fontAlgn="auto" latinLnBrk="0" hangingPunct="1">
              <a:lnSpc>
                <a:spcPct val="100000"/>
              </a:lnSpc>
              <a:spcBef>
                <a:spcPct val="20000"/>
              </a:spcBef>
              <a:spcAft>
                <a:spcPts val="0"/>
              </a:spcAft>
              <a:buClrTx/>
              <a:buSzTx/>
              <a:tabLst/>
              <a:defRPr/>
            </a:pPr>
            <a:endParaRPr kumimoji="0" lang="ar-YE" sz="1600" b="0" i="0" u="none" strike="noStrike" kern="1200" cap="none" spc="0" normalizeH="0" baseline="0" noProof="0" dirty="0">
              <a:ln>
                <a:noFill/>
              </a:ln>
              <a:solidFill>
                <a:schemeClr val="accent1">
                  <a:lumMod val="75000"/>
                </a:schemeClr>
              </a:solidFill>
              <a:effectLst/>
              <a:uLnTx/>
              <a:uFillTx/>
              <a:latin typeface="+mj-lt"/>
              <a:ea typeface="+mn-ea"/>
              <a:cs typeface="+mn-cs"/>
            </a:endParaRPr>
          </a:p>
        </p:txBody>
      </p:sp>
      <p:sp>
        <p:nvSpPr>
          <p:cNvPr id="9" name="Rectangle 8"/>
          <p:cNvSpPr/>
          <p:nvPr/>
        </p:nvSpPr>
        <p:spPr>
          <a:xfrm>
            <a:off x="6133800" y="914400"/>
            <a:ext cx="2350323" cy="369332"/>
          </a:xfrm>
          <a:prstGeom prst="rect">
            <a:avLst/>
          </a:prstGeom>
        </p:spPr>
        <p:txBody>
          <a:bodyPr wrap="none">
            <a:spAutoFit/>
          </a:bodyPr>
          <a:lstStyle/>
          <a:p>
            <a:r>
              <a:rPr lang="ar-YE" b="1" dirty="0" smtClean="0">
                <a:solidFill>
                  <a:srgbClr val="C00000"/>
                </a:solidFill>
              </a:rPr>
              <a:t>أولاَ: اعدادها الجهاز الرئيسي</a:t>
            </a:r>
            <a:endParaRPr lang="ar-YE" dirty="0"/>
          </a:p>
        </p:txBody>
      </p:sp>
      <p:pic>
        <p:nvPicPr>
          <p:cNvPr id="11" name="Picture 10" descr="http://up.arabsgate.com/u/2248/1790/12382.jpg"/>
          <p:cNvPicPr/>
          <p:nvPr/>
        </p:nvPicPr>
        <p:blipFill>
          <a:blip r:embed="rId2"/>
          <a:srcRect/>
          <a:stretch>
            <a:fillRect/>
          </a:stretch>
        </p:blipFill>
        <p:spPr bwMode="auto">
          <a:xfrm>
            <a:off x="990600" y="1295400"/>
            <a:ext cx="7334250" cy="4876800"/>
          </a:xfrm>
          <a:prstGeom prst="rect">
            <a:avLst/>
          </a:prstGeom>
          <a:ln>
            <a:noFill/>
          </a:ln>
          <a:effectLst>
            <a:outerShdw blurRad="190500" algn="tl" rotWithShape="0">
              <a:srgbClr val="000000">
                <a:alpha val="70000"/>
              </a:srgbClr>
            </a:outerShdw>
          </a:effectLst>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457200" y="-152400"/>
            <a:ext cx="8229600" cy="1219200"/>
          </a:xfrm>
        </p:spPr>
        <p:txBody>
          <a:bodyPr/>
          <a:lstStyle/>
          <a:p>
            <a:pPr algn="r"/>
            <a:r>
              <a:rPr lang="en-US" dirty="0" smtClean="0">
                <a:solidFill>
                  <a:schemeClr val="tx2">
                    <a:lumMod val="75000"/>
                  </a:schemeClr>
                </a:solidFill>
                <a:latin typeface="Arabic Typesetting" pitchFamily="66" charset="-78"/>
                <a:cs typeface="Arabic Typesetting" pitchFamily="66" charset="-78"/>
              </a:rPr>
              <a:t>Sharing printer</a:t>
            </a:r>
            <a:endParaRPr lang="en-US" dirty="0">
              <a:solidFill>
                <a:schemeClr val="tx2">
                  <a:lumMod val="75000"/>
                </a:schemeClr>
              </a:solidFill>
              <a:latin typeface="Arabic Typesetting" pitchFamily="66" charset="-78"/>
              <a:cs typeface="Arabic Typesetting" pitchFamily="66" charset="-78"/>
            </a:endParaRPr>
          </a:p>
        </p:txBody>
      </p:sp>
      <p:grpSp>
        <p:nvGrpSpPr>
          <p:cNvPr id="2" name="Group 4"/>
          <p:cNvGrpSpPr/>
          <p:nvPr/>
        </p:nvGrpSpPr>
        <p:grpSpPr>
          <a:xfrm>
            <a:off x="5562600" y="685800"/>
            <a:ext cx="2971800" cy="76200"/>
            <a:chOff x="5562600" y="1066800"/>
            <a:chExt cx="2971800" cy="76200"/>
          </a:xfrm>
        </p:grpSpPr>
        <p:cxnSp>
          <p:nvCxnSpPr>
            <p:cNvPr id="6" name="Straight Connector 5"/>
            <p:cNvCxnSpPr/>
            <p:nvPr/>
          </p:nvCxnSpPr>
          <p:spPr>
            <a:xfrm flipH="1">
              <a:off x="5562600" y="1066800"/>
              <a:ext cx="29718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flipH="1">
              <a:off x="6096000" y="1143000"/>
              <a:ext cx="2438400" cy="0"/>
            </a:xfrm>
            <a:prstGeom prst="line">
              <a:avLst/>
            </a:prstGeom>
          </p:spPr>
          <p:style>
            <a:lnRef idx="1">
              <a:schemeClr val="accent1"/>
            </a:lnRef>
            <a:fillRef idx="0">
              <a:schemeClr val="accent1"/>
            </a:fillRef>
            <a:effectRef idx="0">
              <a:schemeClr val="accent1"/>
            </a:effectRef>
            <a:fontRef idx="minor">
              <a:schemeClr val="tx1"/>
            </a:fontRef>
          </p:style>
        </p:cxnSp>
      </p:grpSp>
      <p:sp>
        <p:nvSpPr>
          <p:cNvPr id="8" name="Subtitle 2"/>
          <p:cNvSpPr txBox="1">
            <a:spLocks/>
          </p:cNvSpPr>
          <p:nvPr/>
        </p:nvSpPr>
        <p:spPr>
          <a:xfrm>
            <a:off x="7391400" y="6553200"/>
            <a:ext cx="1752600" cy="304800"/>
          </a:xfrm>
          <a:prstGeom prst="rect">
            <a:avLst/>
          </a:prstGeom>
        </p:spPr>
        <p:txBody>
          <a:bodyPr vert="horz" lIns="91440" tIns="45720" rIns="91440" bIns="45720" rtlCol="1">
            <a:normAutofit fontScale="92500" lnSpcReduction="10000"/>
          </a:bodyPr>
          <a:lstStyle/>
          <a:p>
            <a:pPr marL="342900" indent="-342900">
              <a:spcBef>
                <a:spcPct val="20000"/>
              </a:spcBef>
            </a:pPr>
            <a:r>
              <a:rPr lang="ar-YE" sz="1600" b="1" dirty="0" smtClean="0">
                <a:solidFill>
                  <a:schemeClr val="accent1">
                    <a:lumMod val="75000"/>
                  </a:schemeClr>
                </a:solidFill>
              </a:rPr>
              <a:t>أ.حسن عبدالرقيب أسعد</a:t>
            </a:r>
            <a:endParaRPr lang="en-US" sz="1600" b="1" dirty="0" smtClean="0">
              <a:solidFill>
                <a:schemeClr val="accent1">
                  <a:lumMod val="75000"/>
                </a:schemeClr>
              </a:solidFill>
            </a:endParaRPr>
          </a:p>
          <a:p>
            <a:pPr marL="342900" marR="0" lvl="0" indent="-342900" algn="l" defTabSz="914400" rtl="1" eaLnBrk="1" fontAlgn="auto" latinLnBrk="0" hangingPunct="1">
              <a:lnSpc>
                <a:spcPct val="100000"/>
              </a:lnSpc>
              <a:spcBef>
                <a:spcPct val="20000"/>
              </a:spcBef>
              <a:spcAft>
                <a:spcPts val="0"/>
              </a:spcAft>
              <a:buClrTx/>
              <a:buSzTx/>
              <a:tabLst/>
              <a:defRPr/>
            </a:pPr>
            <a:endParaRPr kumimoji="0" lang="ar-YE" sz="1600" b="0" i="0" u="none" strike="noStrike" kern="1200" cap="none" spc="0" normalizeH="0" baseline="0" noProof="0" dirty="0">
              <a:ln>
                <a:noFill/>
              </a:ln>
              <a:solidFill>
                <a:schemeClr val="accent1">
                  <a:lumMod val="75000"/>
                </a:schemeClr>
              </a:solidFill>
              <a:effectLst/>
              <a:uLnTx/>
              <a:uFillTx/>
              <a:latin typeface="+mj-lt"/>
              <a:ea typeface="+mn-ea"/>
              <a:cs typeface="+mn-cs"/>
            </a:endParaRPr>
          </a:p>
        </p:txBody>
      </p:sp>
      <p:sp>
        <p:nvSpPr>
          <p:cNvPr id="9" name="Rectangle 8"/>
          <p:cNvSpPr/>
          <p:nvPr/>
        </p:nvSpPr>
        <p:spPr>
          <a:xfrm>
            <a:off x="6133800" y="914400"/>
            <a:ext cx="2350323" cy="369332"/>
          </a:xfrm>
          <a:prstGeom prst="rect">
            <a:avLst/>
          </a:prstGeom>
        </p:spPr>
        <p:txBody>
          <a:bodyPr wrap="none">
            <a:spAutoFit/>
          </a:bodyPr>
          <a:lstStyle/>
          <a:p>
            <a:r>
              <a:rPr lang="ar-YE" b="1" dirty="0" smtClean="0">
                <a:solidFill>
                  <a:srgbClr val="C00000"/>
                </a:solidFill>
              </a:rPr>
              <a:t>أولاَ: اعدادها الجهاز الرئيسي</a:t>
            </a:r>
            <a:endParaRPr lang="ar-YE" dirty="0"/>
          </a:p>
        </p:txBody>
      </p:sp>
      <p:pic>
        <p:nvPicPr>
          <p:cNvPr id="11" name="Picture 10" descr="http://up.arabsgate.com/u/2248/1790/12382.jpg"/>
          <p:cNvPicPr/>
          <p:nvPr/>
        </p:nvPicPr>
        <p:blipFill>
          <a:blip r:embed="rId2"/>
          <a:srcRect/>
          <a:stretch>
            <a:fillRect/>
          </a:stretch>
        </p:blipFill>
        <p:spPr bwMode="auto">
          <a:xfrm>
            <a:off x="990600" y="1295400"/>
            <a:ext cx="7334250" cy="4876800"/>
          </a:xfrm>
          <a:prstGeom prst="rect">
            <a:avLst/>
          </a:prstGeom>
          <a:ln>
            <a:noFill/>
          </a:ln>
          <a:effectLst>
            <a:outerShdw blurRad="190500" algn="tl" rotWithShape="0">
              <a:srgbClr val="000000">
                <a:alpha val="70000"/>
              </a:srgbClr>
            </a:outerShdw>
          </a:effectLst>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457200" y="-152400"/>
            <a:ext cx="8229600" cy="1219200"/>
          </a:xfrm>
        </p:spPr>
        <p:txBody>
          <a:bodyPr/>
          <a:lstStyle/>
          <a:p>
            <a:pPr algn="r"/>
            <a:r>
              <a:rPr lang="en-US" dirty="0" smtClean="0">
                <a:solidFill>
                  <a:schemeClr val="tx2">
                    <a:lumMod val="75000"/>
                  </a:schemeClr>
                </a:solidFill>
                <a:latin typeface="Arabic Typesetting" pitchFamily="66" charset="-78"/>
                <a:cs typeface="Arabic Typesetting" pitchFamily="66" charset="-78"/>
              </a:rPr>
              <a:t>Sharing printer</a:t>
            </a:r>
            <a:endParaRPr lang="en-US" dirty="0">
              <a:solidFill>
                <a:schemeClr val="tx2">
                  <a:lumMod val="75000"/>
                </a:schemeClr>
              </a:solidFill>
              <a:latin typeface="Arabic Typesetting" pitchFamily="66" charset="-78"/>
              <a:cs typeface="Arabic Typesetting" pitchFamily="66" charset="-78"/>
            </a:endParaRPr>
          </a:p>
        </p:txBody>
      </p:sp>
      <p:grpSp>
        <p:nvGrpSpPr>
          <p:cNvPr id="2" name="Group 4"/>
          <p:cNvGrpSpPr/>
          <p:nvPr/>
        </p:nvGrpSpPr>
        <p:grpSpPr>
          <a:xfrm>
            <a:off x="5562600" y="685800"/>
            <a:ext cx="2971800" cy="76200"/>
            <a:chOff x="5562600" y="1066800"/>
            <a:chExt cx="2971800" cy="76200"/>
          </a:xfrm>
        </p:grpSpPr>
        <p:cxnSp>
          <p:nvCxnSpPr>
            <p:cNvPr id="6" name="Straight Connector 5"/>
            <p:cNvCxnSpPr/>
            <p:nvPr/>
          </p:nvCxnSpPr>
          <p:spPr>
            <a:xfrm flipH="1">
              <a:off x="5562600" y="1066800"/>
              <a:ext cx="29718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flipH="1">
              <a:off x="6096000" y="1143000"/>
              <a:ext cx="2438400" cy="0"/>
            </a:xfrm>
            <a:prstGeom prst="line">
              <a:avLst/>
            </a:prstGeom>
          </p:spPr>
          <p:style>
            <a:lnRef idx="1">
              <a:schemeClr val="accent1"/>
            </a:lnRef>
            <a:fillRef idx="0">
              <a:schemeClr val="accent1"/>
            </a:fillRef>
            <a:effectRef idx="0">
              <a:schemeClr val="accent1"/>
            </a:effectRef>
            <a:fontRef idx="minor">
              <a:schemeClr val="tx1"/>
            </a:fontRef>
          </p:style>
        </p:cxnSp>
      </p:grpSp>
      <p:sp>
        <p:nvSpPr>
          <p:cNvPr id="8" name="Subtitle 2"/>
          <p:cNvSpPr txBox="1">
            <a:spLocks/>
          </p:cNvSpPr>
          <p:nvPr/>
        </p:nvSpPr>
        <p:spPr>
          <a:xfrm>
            <a:off x="7391400" y="6553200"/>
            <a:ext cx="1752600" cy="304800"/>
          </a:xfrm>
          <a:prstGeom prst="rect">
            <a:avLst/>
          </a:prstGeom>
        </p:spPr>
        <p:txBody>
          <a:bodyPr vert="horz" lIns="91440" tIns="45720" rIns="91440" bIns="45720" rtlCol="1">
            <a:normAutofit fontScale="92500" lnSpcReduction="10000"/>
          </a:bodyPr>
          <a:lstStyle/>
          <a:p>
            <a:pPr marL="342900" indent="-342900">
              <a:spcBef>
                <a:spcPct val="20000"/>
              </a:spcBef>
            </a:pPr>
            <a:r>
              <a:rPr lang="ar-YE" sz="1600" b="1" dirty="0" smtClean="0">
                <a:solidFill>
                  <a:schemeClr val="accent1">
                    <a:lumMod val="75000"/>
                  </a:schemeClr>
                </a:solidFill>
              </a:rPr>
              <a:t>أ.حسن عبدالرقيب أسعد</a:t>
            </a:r>
            <a:endParaRPr lang="en-US" sz="1600" b="1" dirty="0" smtClean="0">
              <a:solidFill>
                <a:schemeClr val="accent1">
                  <a:lumMod val="75000"/>
                </a:schemeClr>
              </a:solidFill>
            </a:endParaRPr>
          </a:p>
          <a:p>
            <a:pPr marL="342900" marR="0" lvl="0" indent="-342900" algn="l" defTabSz="914400" rtl="1" eaLnBrk="1" fontAlgn="auto" latinLnBrk="0" hangingPunct="1">
              <a:lnSpc>
                <a:spcPct val="100000"/>
              </a:lnSpc>
              <a:spcBef>
                <a:spcPct val="20000"/>
              </a:spcBef>
              <a:spcAft>
                <a:spcPts val="0"/>
              </a:spcAft>
              <a:buClrTx/>
              <a:buSzTx/>
              <a:tabLst/>
              <a:defRPr/>
            </a:pPr>
            <a:endParaRPr kumimoji="0" lang="ar-YE" sz="1600" b="0" i="0" u="none" strike="noStrike" kern="1200" cap="none" spc="0" normalizeH="0" baseline="0" noProof="0" dirty="0">
              <a:ln>
                <a:noFill/>
              </a:ln>
              <a:solidFill>
                <a:schemeClr val="accent1">
                  <a:lumMod val="75000"/>
                </a:schemeClr>
              </a:solidFill>
              <a:effectLst/>
              <a:uLnTx/>
              <a:uFillTx/>
              <a:latin typeface="+mj-lt"/>
              <a:ea typeface="+mn-ea"/>
              <a:cs typeface="+mn-cs"/>
            </a:endParaRPr>
          </a:p>
        </p:txBody>
      </p:sp>
      <p:sp>
        <p:nvSpPr>
          <p:cNvPr id="9" name="Rectangle 8"/>
          <p:cNvSpPr/>
          <p:nvPr/>
        </p:nvSpPr>
        <p:spPr>
          <a:xfrm>
            <a:off x="6133800" y="914400"/>
            <a:ext cx="2350323" cy="369332"/>
          </a:xfrm>
          <a:prstGeom prst="rect">
            <a:avLst/>
          </a:prstGeom>
        </p:spPr>
        <p:txBody>
          <a:bodyPr wrap="none">
            <a:spAutoFit/>
          </a:bodyPr>
          <a:lstStyle/>
          <a:p>
            <a:r>
              <a:rPr lang="ar-YE" b="1" dirty="0" smtClean="0">
                <a:solidFill>
                  <a:srgbClr val="C00000"/>
                </a:solidFill>
              </a:rPr>
              <a:t>أولاَ: اعدادها الجهاز الرئيسي</a:t>
            </a:r>
            <a:endParaRPr lang="ar-YE" dirty="0"/>
          </a:p>
        </p:txBody>
      </p:sp>
      <p:pic>
        <p:nvPicPr>
          <p:cNvPr id="11" name="Picture 10" descr="http://up.arabsgate.com/u/2248/1790/12382.jpg"/>
          <p:cNvPicPr/>
          <p:nvPr/>
        </p:nvPicPr>
        <p:blipFill>
          <a:blip r:embed="rId2"/>
          <a:srcRect/>
          <a:stretch>
            <a:fillRect/>
          </a:stretch>
        </p:blipFill>
        <p:spPr bwMode="auto">
          <a:xfrm>
            <a:off x="990600" y="1295400"/>
            <a:ext cx="7334250" cy="4876800"/>
          </a:xfrm>
          <a:prstGeom prst="rect">
            <a:avLst/>
          </a:prstGeom>
          <a:ln>
            <a:noFill/>
          </a:ln>
          <a:effectLst>
            <a:outerShdw blurRad="292100" dist="139700" dir="2700000" algn="tl" rotWithShape="0">
              <a:srgbClr val="333333">
                <a:alpha val="65000"/>
              </a:srgbClr>
            </a:outerShdw>
          </a:effectLst>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457200" y="-152400"/>
            <a:ext cx="8229600" cy="1219200"/>
          </a:xfrm>
        </p:spPr>
        <p:txBody>
          <a:bodyPr/>
          <a:lstStyle/>
          <a:p>
            <a:pPr algn="r"/>
            <a:r>
              <a:rPr lang="en-US" dirty="0" smtClean="0">
                <a:solidFill>
                  <a:schemeClr val="tx2">
                    <a:lumMod val="75000"/>
                  </a:schemeClr>
                </a:solidFill>
                <a:latin typeface="Arabic Typesetting" pitchFamily="66" charset="-78"/>
                <a:cs typeface="Arabic Typesetting" pitchFamily="66" charset="-78"/>
              </a:rPr>
              <a:t>Sharing printer</a:t>
            </a:r>
            <a:endParaRPr lang="en-US" dirty="0">
              <a:solidFill>
                <a:schemeClr val="tx2">
                  <a:lumMod val="75000"/>
                </a:schemeClr>
              </a:solidFill>
              <a:latin typeface="Arabic Typesetting" pitchFamily="66" charset="-78"/>
              <a:cs typeface="Arabic Typesetting" pitchFamily="66" charset="-78"/>
            </a:endParaRPr>
          </a:p>
        </p:txBody>
      </p:sp>
      <p:grpSp>
        <p:nvGrpSpPr>
          <p:cNvPr id="2" name="Group 4"/>
          <p:cNvGrpSpPr/>
          <p:nvPr/>
        </p:nvGrpSpPr>
        <p:grpSpPr>
          <a:xfrm>
            <a:off x="5562600" y="685800"/>
            <a:ext cx="2971800" cy="76200"/>
            <a:chOff x="5562600" y="1066800"/>
            <a:chExt cx="2971800" cy="76200"/>
          </a:xfrm>
        </p:grpSpPr>
        <p:cxnSp>
          <p:nvCxnSpPr>
            <p:cNvPr id="6" name="Straight Connector 5"/>
            <p:cNvCxnSpPr/>
            <p:nvPr/>
          </p:nvCxnSpPr>
          <p:spPr>
            <a:xfrm flipH="1">
              <a:off x="5562600" y="1066800"/>
              <a:ext cx="29718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flipH="1">
              <a:off x="6096000" y="1143000"/>
              <a:ext cx="2438400" cy="0"/>
            </a:xfrm>
            <a:prstGeom prst="line">
              <a:avLst/>
            </a:prstGeom>
          </p:spPr>
          <p:style>
            <a:lnRef idx="1">
              <a:schemeClr val="accent1"/>
            </a:lnRef>
            <a:fillRef idx="0">
              <a:schemeClr val="accent1"/>
            </a:fillRef>
            <a:effectRef idx="0">
              <a:schemeClr val="accent1"/>
            </a:effectRef>
            <a:fontRef idx="minor">
              <a:schemeClr val="tx1"/>
            </a:fontRef>
          </p:style>
        </p:cxnSp>
      </p:grpSp>
      <p:sp>
        <p:nvSpPr>
          <p:cNvPr id="8" name="Subtitle 2"/>
          <p:cNvSpPr txBox="1">
            <a:spLocks/>
          </p:cNvSpPr>
          <p:nvPr/>
        </p:nvSpPr>
        <p:spPr>
          <a:xfrm>
            <a:off x="7391400" y="6553200"/>
            <a:ext cx="1752600" cy="304800"/>
          </a:xfrm>
          <a:prstGeom prst="rect">
            <a:avLst/>
          </a:prstGeom>
        </p:spPr>
        <p:txBody>
          <a:bodyPr vert="horz" lIns="91440" tIns="45720" rIns="91440" bIns="45720" rtlCol="1">
            <a:normAutofit fontScale="92500" lnSpcReduction="10000"/>
          </a:bodyPr>
          <a:lstStyle/>
          <a:p>
            <a:pPr marL="342900" indent="-342900">
              <a:spcBef>
                <a:spcPct val="20000"/>
              </a:spcBef>
            </a:pPr>
            <a:r>
              <a:rPr lang="ar-YE" sz="1600" b="1" dirty="0" smtClean="0">
                <a:solidFill>
                  <a:schemeClr val="accent1">
                    <a:lumMod val="75000"/>
                  </a:schemeClr>
                </a:solidFill>
              </a:rPr>
              <a:t>أ.حسن عبدالرقيب أسعد</a:t>
            </a:r>
            <a:endParaRPr lang="en-US" sz="1600" b="1" dirty="0" smtClean="0">
              <a:solidFill>
                <a:schemeClr val="accent1">
                  <a:lumMod val="75000"/>
                </a:schemeClr>
              </a:solidFill>
            </a:endParaRPr>
          </a:p>
          <a:p>
            <a:pPr marL="342900" marR="0" lvl="0" indent="-342900" algn="l" defTabSz="914400" rtl="1" eaLnBrk="1" fontAlgn="auto" latinLnBrk="0" hangingPunct="1">
              <a:lnSpc>
                <a:spcPct val="100000"/>
              </a:lnSpc>
              <a:spcBef>
                <a:spcPct val="20000"/>
              </a:spcBef>
              <a:spcAft>
                <a:spcPts val="0"/>
              </a:spcAft>
              <a:buClrTx/>
              <a:buSzTx/>
              <a:tabLst/>
              <a:defRPr/>
            </a:pPr>
            <a:endParaRPr kumimoji="0" lang="ar-YE" sz="1600" b="0" i="0" u="none" strike="noStrike" kern="1200" cap="none" spc="0" normalizeH="0" baseline="0" noProof="0" dirty="0">
              <a:ln>
                <a:noFill/>
              </a:ln>
              <a:solidFill>
                <a:schemeClr val="accent1">
                  <a:lumMod val="75000"/>
                </a:schemeClr>
              </a:solidFill>
              <a:effectLst/>
              <a:uLnTx/>
              <a:uFillTx/>
              <a:latin typeface="+mj-lt"/>
              <a:ea typeface="+mn-ea"/>
              <a:cs typeface="+mn-cs"/>
            </a:endParaRPr>
          </a:p>
        </p:txBody>
      </p:sp>
      <p:sp>
        <p:nvSpPr>
          <p:cNvPr id="9" name="Rectangle 8"/>
          <p:cNvSpPr/>
          <p:nvPr/>
        </p:nvSpPr>
        <p:spPr>
          <a:xfrm>
            <a:off x="6133800" y="914400"/>
            <a:ext cx="2350323" cy="369332"/>
          </a:xfrm>
          <a:prstGeom prst="rect">
            <a:avLst/>
          </a:prstGeom>
        </p:spPr>
        <p:txBody>
          <a:bodyPr wrap="none">
            <a:spAutoFit/>
          </a:bodyPr>
          <a:lstStyle/>
          <a:p>
            <a:r>
              <a:rPr lang="ar-YE" b="1" dirty="0" smtClean="0">
                <a:solidFill>
                  <a:srgbClr val="C00000"/>
                </a:solidFill>
              </a:rPr>
              <a:t>أولاَ: اعدادها الجهاز الرئيسي</a:t>
            </a:r>
            <a:endParaRPr lang="ar-YE" dirty="0"/>
          </a:p>
        </p:txBody>
      </p:sp>
      <p:pic>
        <p:nvPicPr>
          <p:cNvPr id="10" name="Picture 9" descr="http://up.arabsgate.com/u/2248/1790/12383.jpg"/>
          <p:cNvPicPr/>
          <p:nvPr/>
        </p:nvPicPr>
        <p:blipFill>
          <a:blip r:embed="rId2"/>
          <a:srcRect/>
          <a:stretch>
            <a:fillRect/>
          </a:stretch>
        </p:blipFill>
        <p:spPr bwMode="auto">
          <a:xfrm>
            <a:off x="304800" y="533400"/>
            <a:ext cx="5181600" cy="5943600"/>
          </a:xfrm>
          <a:prstGeom prst="rect">
            <a:avLst/>
          </a:prstGeom>
          <a:ln>
            <a:noFill/>
          </a:ln>
          <a:effectLst>
            <a:outerShdw blurRad="292100" dist="139700" dir="2700000" algn="tl" rotWithShape="0">
              <a:srgbClr val="333333">
                <a:alpha val="65000"/>
              </a:srgbClr>
            </a:outerShdw>
          </a:effectLst>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457200" y="-152400"/>
            <a:ext cx="8229600" cy="1219200"/>
          </a:xfrm>
        </p:spPr>
        <p:txBody>
          <a:bodyPr/>
          <a:lstStyle/>
          <a:p>
            <a:pPr algn="r"/>
            <a:r>
              <a:rPr lang="en-US" dirty="0" smtClean="0">
                <a:solidFill>
                  <a:schemeClr val="tx2">
                    <a:lumMod val="75000"/>
                  </a:schemeClr>
                </a:solidFill>
                <a:latin typeface="Arabic Typesetting" pitchFamily="66" charset="-78"/>
                <a:cs typeface="Arabic Typesetting" pitchFamily="66" charset="-78"/>
              </a:rPr>
              <a:t>Sharing printer</a:t>
            </a:r>
            <a:endParaRPr lang="en-US" dirty="0">
              <a:solidFill>
                <a:schemeClr val="tx2">
                  <a:lumMod val="75000"/>
                </a:schemeClr>
              </a:solidFill>
              <a:latin typeface="Arabic Typesetting" pitchFamily="66" charset="-78"/>
              <a:cs typeface="Arabic Typesetting" pitchFamily="66" charset="-78"/>
            </a:endParaRPr>
          </a:p>
        </p:txBody>
      </p:sp>
      <p:grpSp>
        <p:nvGrpSpPr>
          <p:cNvPr id="2" name="Group 4"/>
          <p:cNvGrpSpPr/>
          <p:nvPr/>
        </p:nvGrpSpPr>
        <p:grpSpPr>
          <a:xfrm>
            <a:off x="5562600" y="685800"/>
            <a:ext cx="2971800" cy="76200"/>
            <a:chOff x="5562600" y="1066800"/>
            <a:chExt cx="2971800" cy="76200"/>
          </a:xfrm>
        </p:grpSpPr>
        <p:cxnSp>
          <p:nvCxnSpPr>
            <p:cNvPr id="6" name="Straight Connector 5"/>
            <p:cNvCxnSpPr/>
            <p:nvPr/>
          </p:nvCxnSpPr>
          <p:spPr>
            <a:xfrm flipH="1">
              <a:off x="5562600" y="1066800"/>
              <a:ext cx="29718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flipH="1">
              <a:off x="6096000" y="1143000"/>
              <a:ext cx="2438400" cy="0"/>
            </a:xfrm>
            <a:prstGeom prst="line">
              <a:avLst/>
            </a:prstGeom>
          </p:spPr>
          <p:style>
            <a:lnRef idx="1">
              <a:schemeClr val="accent1"/>
            </a:lnRef>
            <a:fillRef idx="0">
              <a:schemeClr val="accent1"/>
            </a:fillRef>
            <a:effectRef idx="0">
              <a:schemeClr val="accent1"/>
            </a:effectRef>
            <a:fontRef idx="minor">
              <a:schemeClr val="tx1"/>
            </a:fontRef>
          </p:style>
        </p:cxnSp>
      </p:grpSp>
      <p:sp>
        <p:nvSpPr>
          <p:cNvPr id="8" name="Subtitle 2"/>
          <p:cNvSpPr txBox="1">
            <a:spLocks/>
          </p:cNvSpPr>
          <p:nvPr/>
        </p:nvSpPr>
        <p:spPr>
          <a:xfrm>
            <a:off x="7391400" y="6553200"/>
            <a:ext cx="1752600" cy="304800"/>
          </a:xfrm>
          <a:prstGeom prst="rect">
            <a:avLst/>
          </a:prstGeom>
        </p:spPr>
        <p:txBody>
          <a:bodyPr vert="horz" lIns="91440" tIns="45720" rIns="91440" bIns="45720" rtlCol="1">
            <a:normAutofit fontScale="92500" lnSpcReduction="10000"/>
          </a:bodyPr>
          <a:lstStyle/>
          <a:p>
            <a:pPr marL="342900" indent="-342900">
              <a:spcBef>
                <a:spcPct val="20000"/>
              </a:spcBef>
            </a:pPr>
            <a:r>
              <a:rPr lang="ar-YE" sz="1600" b="1" dirty="0" smtClean="0">
                <a:solidFill>
                  <a:schemeClr val="accent1">
                    <a:lumMod val="75000"/>
                  </a:schemeClr>
                </a:solidFill>
              </a:rPr>
              <a:t>أ.حسن عبدالرقيب أسعد</a:t>
            </a:r>
            <a:endParaRPr lang="en-US" sz="1600" b="1" dirty="0" smtClean="0">
              <a:solidFill>
                <a:schemeClr val="accent1">
                  <a:lumMod val="75000"/>
                </a:schemeClr>
              </a:solidFill>
            </a:endParaRPr>
          </a:p>
          <a:p>
            <a:pPr marL="342900" marR="0" lvl="0" indent="-342900" algn="l" defTabSz="914400" rtl="1" eaLnBrk="1" fontAlgn="auto" latinLnBrk="0" hangingPunct="1">
              <a:lnSpc>
                <a:spcPct val="100000"/>
              </a:lnSpc>
              <a:spcBef>
                <a:spcPct val="20000"/>
              </a:spcBef>
              <a:spcAft>
                <a:spcPts val="0"/>
              </a:spcAft>
              <a:buClrTx/>
              <a:buSzTx/>
              <a:tabLst/>
              <a:defRPr/>
            </a:pPr>
            <a:endParaRPr kumimoji="0" lang="ar-YE" sz="1600" b="0" i="0" u="none" strike="noStrike" kern="1200" cap="none" spc="0" normalizeH="0" baseline="0" noProof="0" dirty="0">
              <a:ln>
                <a:noFill/>
              </a:ln>
              <a:solidFill>
                <a:schemeClr val="accent1">
                  <a:lumMod val="75000"/>
                </a:schemeClr>
              </a:solidFill>
              <a:effectLst/>
              <a:uLnTx/>
              <a:uFillTx/>
              <a:latin typeface="+mj-lt"/>
              <a:ea typeface="+mn-ea"/>
              <a:cs typeface="+mn-cs"/>
            </a:endParaRPr>
          </a:p>
        </p:txBody>
      </p:sp>
      <p:sp>
        <p:nvSpPr>
          <p:cNvPr id="9" name="Rectangle 8"/>
          <p:cNvSpPr/>
          <p:nvPr/>
        </p:nvSpPr>
        <p:spPr>
          <a:xfrm>
            <a:off x="5901370" y="914400"/>
            <a:ext cx="2582758" cy="369332"/>
          </a:xfrm>
          <a:prstGeom prst="rect">
            <a:avLst/>
          </a:prstGeom>
        </p:spPr>
        <p:txBody>
          <a:bodyPr wrap="none">
            <a:spAutoFit/>
          </a:bodyPr>
          <a:lstStyle/>
          <a:p>
            <a:r>
              <a:rPr lang="ar-YE" b="1" dirty="0" smtClean="0">
                <a:solidFill>
                  <a:srgbClr val="C00000"/>
                </a:solidFill>
              </a:rPr>
              <a:t>ثانياَ: اعدادها في الجهاز الفرعي</a:t>
            </a:r>
            <a:endParaRPr lang="ar-YE" dirty="0"/>
          </a:p>
        </p:txBody>
      </p:sp>
      <p:pic>
        <p:nvPicPr>
          <p:cNvPr id="10" name="Picture 9" descr="http://up.arabsgate.com/u/2248/1790/12371.jpg"/>
          <p:cNvPicPr/>
          <p:nvPr/>
        </p:nvPicPr>
        <p:blipFill>
          <a:blip r:embed="rId2"/>
          <a:srcRect r="37333"/>
          <a:stretch>
            <a:fillRect/>
          </a:stretch>
        </p:blipFill>
        <p:spPr bwMode="auto">
          <a:xfrm>
            <a:off x="304800" y="381000"/>
            <a:ext cx="3810000" cy="6096000"/>
          </a:xfrm>
          <a:prstGeom prst="rect">
            <a:avLst/>
          </a:prstGeom>
          <a:noFill/>
          <a:ln w="9525">
            <a:noFill/>
            <a:miter lim="800000"/>
            <a:headEnd/>
            <a:tailEnd/>
          </a:ln>
        </p:spPr>
      </p:pic>
      <p:pic>
        <p:nvPicPr>
          <p:cNvPr id="13" name="Picture 12" descr="http://up.arabsgate.com/u/2248/1790/12372.jpg"/>
          <p:cNvPicPr/>
          <p:nvPr/>
        </p:nvPicPr>
        <p:blipFill>
          <a:blip r:embed="rId3"/>
          <a:srcRect/>
          <a:stretch>
            <a:fillRect/>
          </a:stretch>
        </p:blipFill>
        <p:spPr bwMode="auto">
          <a:xfrm>
            <a:off x="4038600" y="1447800"/>
            <a:ext cx="4838700" cy="4572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457200" y="-152400"/>
            <a:ext cx="8229600" cy="1219200"/>
          </a:xfrm>
        </p:spPr>
        <p:txBody>
          <a:bodyPr/>
          <a:lstStyle/>
          <a:p>
            <a:pPr algn="r"/>
            <a:r>
              <a:rPr lang="en-US" dirty="0" smtClean="0">
                <a:solidFill>
                  <a:schemeClr val="tx2">
                    <a:lumMod val="75000"/>
                  </a:schemeClr>
                </a:solidFill>
                <a:latin typeface="Arabic Typesetting" pitchFamily="66" charset="-78"/>
                <a:cs typeface="Arabic Typesetting" pitchFamily="66" charset="-78"/>
              </a:rPr>
              <a:t>Sharing printer</a:t>
            </a:r>
            <a:endParaRPr lang="en-US" dirty="0">
              <a:solidFill>
                <a:schemeClr val="tx2">
                  <a:lumMod val="75000"/>
                </a:schemeClr>
              </a:solidFill>
              <a:latin typeface="Arabic Typesetting" pitchFamily="66" charset="-78"/>
              <a:cs typeface="Arabic Typesetting" pitchFamily="66" charset="-78"/>
            </a:endParaRPr>
          </a:p>
        </p:txBody>
      </p:sp>
      <p:grpSp>
        <p:nvGrpSpPr>
          <p:cNvPr id="2" name="Group 4"/>
          <p:cNvGrpSpPr/>
          <p:nvPr/>
        </p:nvGrpSpPr>
        <p:grpSpPr>
          <a:xfrm>
            <a:off x="5562600" y="685800"/>
            <a:ext cx="2971800" cy="76200"/>
            <a:chOff x="5562600" y="1066800"/>
            <a:chExt cx="2971800" cy="76200"/>
          </a:xfrm>
        </p:grpSpPr>
        <p:cxnSp>
          <p:nvCxnSpPr>
            <p:cNvPr id="6" name="Straight Connector 5"/>
            <p:cNvCxnSpPr/>
            <p:nvPr/>
          </p:nvCxnSpPr>
          <p:spPr>
            <a:xfrm flipH="1">
              <a:off x="5562600" y="1066800"/>
              <a:ext cx="29718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flipH="1">
              <a:off x="6096000" y="1143000"/>
              <a:ext cx="2438400" cy="0"/>
            </a:xfrm>
            <a:prstGeom prst="line">
              <a:avLst/>
            </a:prstGeom>
          </p:spPr>
          <p:style>
            <a:lnRef idx="1">
              <a:schemeClr val="accent1"/>
            </a:lnRef>
            <a:fillRef idx="0">
              <a:schemeClr val="accent1"/>
            </a:fillRef>
            <a:effectRef idx="0">
              <a:schemeClr val="accent1"/>
            </a:effectRef>
            <a:fontRef idx="minor">
              <a:schemeClr val="tx1"/>
            </a:fontRef>
          </p:style>
        </p:cxnSp>
      </p:grpSp>
      <p:sp>
        <p:nvSpPr>
          <p:cNvPr id="8" name="Subtitle 2"/>
          <p:cNvSpPr txBox="1">
            <a:spLocks/>
          </p:cNvSpPr>
          <p:nvPr/>
        </p:nvSpPr>
        <p:spPr>
          <a:xfrm>
            <a:off x="7391400" y="6553200"/>
            <a:ext cx="1752600" cy="304800"/>
          </a:xfrm>
          <a:prstGeom prst="rect">
            <a:avLst/>
          </a:prstGeom>
        </p:spPr>
        <p:txBody>
          <a:bodyPr vert="horz" lIns="91440" tIns="45720" rIns="91440" bIns="45720" rtlCol="1">
            <a:normAutofit fontScale="92500" lnSpcReduction="10000"/>
          </a:bodyPr>
          <a:lstStyle/>
          <a:p>
            <a:pPr marL="342900" indent="-342900">
              <a:spcBef>
                <a:spcPct val="20000"/>
              </a:spcBef>
            </a:pPr>
            <a:r>
              <a:rPr lang="ar-YE" sz="1600" b="1" dirty="0" smtClean="0">
                <a:solidFill>
                  <a:schemeClr val="accent1">
                    <a:lumMod val="75000"/>
                  </a:schemeClr>
                </a:solidFill>
              </a:rPr>
              <a:t>أ.حسن عبدالرقيب أسعد</a:t>
            </a:r>
            <a:endParaRPr lang="en-US" sz="1600" b="1" dirty="0" smtClean="0">
              <a:solidFill>
                <a:schemeClr val="accent1">
                  <a:lumMod val="75000"/>
                </a:schemeClr>
              </a:solidFill>
            </a:endParaRPr>
          </a:p>
          <a:p>
            <a:pPr marL="342900" marR="0" lvl="0" indent="-342900" algn="l" defTabSz="914400" rtl="1" eaLnBrk="1" fontAlgn="auto" latinLnBrk="0" hangingPunct="1">
              <a:lnSpc>
                <a:spcPct val="100000"/>
              </a:lnSpc>
              <a:spcBef>
                <a:spcPct val="20000"/>
              </a:spcBef>
              <a:spcAft>
                <a:spcPts val="0"/>
              </a:spcAft>
              <a:buClrTx/>
              <a:buSzTx/>
              <a:tabLst/>
              <a:defRPr/>
            </a:pPr>
            <a:endParaRPr kumimoji="0" lang="ar-YE" sz="1600" b="0" i="0" u="none" strike="noStrike" kern="1200" cap="none" spc="0" normalizeH="0" baseline="0" noProof="0" dirty="0">
              <a:ln>
                <a:noFill/>
              </a:ln>
              <a:solidFill>
                <a:schemeClr val="accent1">
                  <a:lumMod val="75000"/>
                </a:schemeClr>
              </a:solidFill>
              <a:effectLst/>
              <a:uLnTx/>
              <a:uFillTx/>
              <a:latin typeface="+mj-lt"/>
              <a:ea typeface="+mn-ea"/>
              <a:cs typeface="+mn-cs"/>
            </a:endParaRPr>
          </a:p>
        </p:txBody>
      </p:sp>
      <p:sp>
        <p:nvSpPr>
          <p:cNvPr id="12" name="Rectangle 11"/>
          <p:cNvSpPr/>
          <p:nvPr/>
        </p:nvSpPr>
        <p:spPr>
          <a:xfrm>
            <a:off x="5901370" y="914400"/>
            <a:ext cx="2582758" cy="369332"/>
          </a:xfrm>
          <a:prstGeom prst="rect">
            <a:avLst/>
          </a:prstGeom>
        </p:spPr>
        <p:txBody>
          <a:bodyPr wrap="none">
            <a:spAutoFit/>
          </a:bodyPr>
          <a:lstStyle/>
          <a:p>
            <a:r>
              <a:rPr lang="ar-YE" b="1" dirty="0" smtClean="0">
                <a:solidFill>
                  <a:srgbClr val="C00000"/>
                </a:solidFill>
              </a:rPr>
              <a:t>ثانياَ: اعدادها في الجهاز الفرعي</a:t>
            </a:r>
            <a:endParaRPr lang="ar-YE" dirty="0"/>
          </a:p>
        </p:txBody>
      </p:sp>
      <p:pic>
        <p:nvPicPr>
          <p:cNvPr id="13" name="Picture 12" descr="http://up.arabsgate.com/u/2248/1790/12374.jpg"/>
          <p:cNvPicPr/>
          <p:nvPr/>
        </p:nvPicPr>
        <p:blipFill>
          <a:blip r:embed="rId2"/>
          <a:srcRect/>
          <a:stretch>
            <a:fillRect/>
          </a:stretch>
        </p:blipFill>
        <p:spPr bwMode="auto">
          <a:xfrm>
            <a:off x="3505200" y="1981200"/>
            <a:ext cx="5524500" cy="4572000"/>
          </a:xfrm>
          <a:prstGeom prst="rect">
            <a:avLst/>
          </a:prstGeom>
          <a:ln>
            <a:noFill/>
          </a:ln>
          <a:effectLst>
            <a:outerShdw blurRad="292100" dist="139700" dir="2700000" algn="tl" rotWithShape="0">
              <a:srgbClr val="333333">
                <a:alpha val="65000"/>
              </a:srgbClr>
            </a:outerShdw>
          </a:effectLst>
        </p:spPr>
      </p:pic>
      <p:pic>
        <p:nvPicPr>
          <p:cNvPr id="10" name="Picture 9" descr="http://up.arabsgate.com/u/2248/1790/12373.jpg"/>
          <p:cNvPicPr/>
          <p:nvPr/>
        </p:nvPicPr>
        <p:blipFill>
          <a:blip r:embed="rId3"/>
          <a:srcRect/>
          <a:stretch>
            <a:fillRect/>
          </a:stretch>
        </p:blipFill>
        <p:spPr bwMode="auto">
          <a:xfrm>
            <a:off x="133350" y="114300"/>
            <a:ext cx="4743450" cy="3695700"/>
          </a:xfrm>
          <a:prstGeom prst="rect">
            <a:avLst/>
          </a:prstGeom>
          <a:ln>
            <a:noFill/>
          </a:ln>
          <a:effectLst>
            <a:outerShdw blurRad="292100" dist="139700" dir="2700000" algn="tl" rotWithShape="0">
              <a:srgbClr val="333333">
                <a:alpha val="65000"/>
              </a:srgbClr>
            </a:outerShdw>
          </a:effectLst>
        </p:spPr>
      </p:pic>
      <p:sp>
        <p:nvSpPr>
          <p:cNvPr id="14" name="TextBox 13"/>
          <p:cNvSpPr txBox="1"/>
          <p:nvPr/>
        </p:nvSpPr>
        <p:spPr>
          <a:xfrm>
            <a:off x="609600" y="3352800"/>
            <a:ext cx="762000" cy="381000"/>
          </a:xfrm>
          <a:prstGeom prst="rect">
            <a:avLst/>
          </a:prstGeom>
          <a:noFill/>
        </p:spPr>
        <p:txBody>
          <a:bodyPr wrap="square" rtlCol="1">
            <a:spAutoFit/>
          </a:bodyPr>
          <a:lstStyle/>
          <a:p>
            <a:pPr algn="ctr"/>
            <a:r>
              <a:rPr lang="ar-YE" dirty="0" smtClean="0">
                <a:solidFill>
                  <a:srgbClr val="FF0000"/>
                </a:solidFill>
              </a:rPr>
              <a:t>1</a:t>
            </a:r>
            <a:endParaRPr lang="ar-YE" dirty="0">
              <a:solidFill>
                <a:srgbClr val="FF0000"/>
              </a:solidFill>
            </a:endParaRPr>
          </a:p>
        </p:txBody>
      </p:sp>
      <p:sp>
        <p:nvSpPr>
          <p:cNvPr id="15" name="TextBox 14"/>
          <p:cNvSpPr txBox="1"/>
          <p:nvPr/>
        </p:nvSpPr>
        <p:spPr>
          <a:xfrm>
            <a:off x="7239000" y="2514600"/>
            <a:ext cx="762000" cy="381000"/>
          </a:xfrm>
          <a:prstGeom prst="rect">
            <a:avLst/>
          </a:prstGeom>
          <a:noFill/>
        </p:spPr>
        <p:txBody>
          <a:bodyPr wrap="square" rtlCol="1">
            <a:spAutoFit/>
          </a:bodyPr>
          <a:lstStyle/>
          <a:p>
            <a:pPr algn="ctr"/>
            <a:r>
              <a:rPr lang="ar-YE" dirty="0" smtClean="0">
                <a:solidFill>
                  <a:srgbClr val="FF0000"/>
                </a:solidFill>
              </a:rPr>
              <a:t>2</a:t>
            </a:r>
            <a:endParaRPr lang="ar-YE" dirty="0">
              <a:solidFill>
                <a:srgbClr val="FF0000"/>
              </a:solidFill>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457200" y="-152400"/>
            <a:ext cx="8229600" cy="1219200"/>
          </a:xfrm>
        </p:spPr>
        <p:txBody>
          <a:bodyPr/>
          <a:lstStyle/>
          <a:p>
            <a:pPr algn="r"/>
            <a:r>
              <a:rPr lang="en-US" dirty="0" smtClean="0">
                <a:solidFill>
                  <a:schemeClr val="tx2">
                    <a:lumMod val="75000"/>
                  </a:schemeClr>
                </a:solidFill>
                <a:latin typeface="Arabic Typesetting" pitchFamily="66" charset="-78"/>
                <a:cs typeface="Arabic Typesetting" pitchFamily="66" charset="-78"/>
              </a:rPr>
              <a:t>Sharing printer</a:t>
            </a:r>
            <a:endParaRPr lang="en-US" dirty="0">
              <a:solidFill>
                <a:schemeClr val="tx2">
                  <a:lumMod val="75000"/>
                </a:schemeClr>
              </a:solidFill>
              <a:latin typeface="Arabic Typesetting" pitchFamily="66" charset="-78"/>
              <a:cs typeface="Arabic Typesetting" pitchFamily="66" charset="-78"/>
            </a:endParaRPr>
          </a:p>
        </p:txBody>
      </p:sp>
      <p:grpSp>
        <p:nvGrpSpPr>
          <p:cNvPr id="2" name="Group 4"/>
          <p:cNvGrpSpPr/>
          <p:nvPr/>
        </p:nvGrpSpPr>
        <p:grpSpPr>
          <a:xfrm>
            <a:off x="5562600" y="685800"/>
            <a:ext cx="2971800" cy="76200"/>
            <a:chOff x="5562600" y="1066800"/>
            <a:chExt cx="2971800" cy="76200"/>
          </a:xfrm>
        </p:grpSpPr>
        <p:cxnSp>
          <p:nvCxnSpPr>
            <p:cNvPr id="6" name="Straight Connector 5"/>
            <p:cNvCxnSpPr/>
            <p:nvPr/>
          </p:nvCxnSpPr>
          <p:spPr>
            <a:xfrm flipH="1">
              <a:off x="5562600" y="1066800"/>
              <a:ext cx="29718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flipH="1">
              <a:off x="6096000" y="1143000"/>
              <a:ext cx="2438400" cy="0"/>
            </a:xfrm>
            <a:prstGeom prst="line">
              <a:avLst/>
            </a:prstGeom>
          </p:spPr>
          <p:style>
            <a:lnRef idx="1">
              <a:schemeClr val="accent1"/>
            </a:lnRef>
            <a:fillRef idx="0">
              <a:schemeClr val="accent1"/>
            </a:fillRef>
            <a:effectRef idx="0">
              <a:schemeClr val="accent1"/>
            </a:effectRef>
            <a:fontRef idx="minor">
              <a:schemeClr val="tx1"/>
            </a:fontRef>
          </p:style>
        </p:cxnSp>
      </p:grpSp>
      <p:sp>
        <p:nvSpPr>
          <p:cNvPr id="8" name="Subtitle 2"/>
          <p:cNvSpPr txBox="1">
            <a:spLocks/>
          </p:cNvSpPr>
          <p:nvPr/>
        </p:nvSpPr>
        <p:spPr>
          <a:xfrm>
            <a:off x="7391400" y="6553200"/>
            <a:ext cx="1752600" cy="304800"/>
          </a:xfrm>
          <a:prstGeom prst="rect">
            <a:avLst/>
          </a:prstGeom>
        </p:spPr>
        <p:txBody>
          <a:bodyPr vert="horz" lIns="91440" tIns="45720" rIns="91440" bIns="45720" rtlCol="1">
            <a:normAutofit fontScale="92500" lnSpcReduction="10000"/>
          </a:bodyPr>
          <a:lstStyle/>
          <a:p>
            <a:pPr marL="342900" indent="-342900">
              <a:spcBef>
                <a:spcPct val="20000"/>
              </a:spcBef>
            </a:pPr>
            <a:r>
              <a:rPr lang="ar-YE" sz="1600" b="1" dirty="0" smtClean="0">
                <a:solidFill>
                  <a:schemeClr val="accent1">
                    <a:lumMod val="75000"/>
                  </a:schemeClr>
                </a:solidFill>
              </a:rPr>
              <a:t>أ.حسن عبدالرقيب أسعد</a:t>
            </a:r>
            <a:endParaRPr lang="en-US" sz="1600" b="1" dirty="0" smtClean="0">
              <a:solidFill>
                <a:schemeClr val="accent1">
                  <a:lumMod val="75000"/>
                </a:schemeClr>
              </a:solidFill>
            </a:endParaRPr>
          </a:p>
          <a:p>
            <a:pPr marL="342900" marR="0" lvl="0" indent="-342900" algn="l" defTabSz="914400" rtl="1" eaLnBrk="1" fontAlgn="auto" latinLnBrk="0" hangingPunct="1">
              <a:lnSpc>
                <a:spcPct val="100000"/>
              </a:lnSpc>
              <a:spcBef>
                <a:spcPct val="20000"/>
              </a:spcBef>
              <a:spcAft>
                <a:spcPts val="0"/>
              </a:spcAft>
              <a:buClrTx/>
              <a:buSzTx/>
              <a:tabLst/>
              <a:defRPr/>
            </a:pPr>
            <a:endParaRPr kumimoji="0" lang="ar-YE" sz="1600" b="0" i="0" u="none" strike="noStrike" kern="1200" cap="none" spc="0" normalizeH="0" baseline="0" noProof="0" dirty="0">
              <a:ln>
                <a:noFill/>
              </a:ln>
              <a:solidFill>
                <a:schemeClr val="accent1">
                  <a:lumMod val="75000"/>
                </a:schemeClr>
              </a:solidFill>
              <a:effectLst/>
              <a:uLnTx/>
              <a:uFillTx/>
              <a:latin typeface="+mj-lt"/>
              <a:ea typeface="+mn-ea"/>
              <a:cs typeface="+mn-cs"/>
            </a:endParaRPr>
          </a:p>
        </p:txBody>
      </p:sp>
      <p:sp>
        <p:nvSpPr>
          <p:cNvPr id="10" name="Rectangle 9"/>
          <p:cNvSpPr/>
          <p:nvPr/>
        </p:nvSpPr>
        <p:spPr>
          <a:xfrm>
            <a:off x="5901370" y="914400"/>
            <a:ext cx="2582758" cy="369332"/>
          </a:xfrm>
          <a:prstGeom prst="rect">
            <a:avLst/>
          </a:prstGeom>
        </p:spPr>
        <p:txBody>
          <a:bodyPr wrap="none">
            <a:spAutoFit/>
          </a:bodyPr>
          <a:lstStyle/>
          <a:p>
            <a:r>
              <a:rPr lang="ar-YE" b="1" dirty="0" smtClean="0">
                <a:solidFill>
                  <a:srgbClr val="C00000"/>
                </a:solidFill>
              </a:rPr>
              <a:t>ثانياَ: اعدادها في الجهاز الفرعي</a:t>
            </a:r>
            <a:endParaRPr lang="ar-YE" dirty="0"/>
          </a:p>
        </p:txBody>
      </p:sp>
      <p:pic>
        <p:nvPicPr>
          <p:cNvPr id="12" name="Picture 11" descr="http://up.arabsgate.com/u/2248/1790/12375.jpg"/>
          <p:cNvPicPr/>
          <p:nvPr/>
        </p:nvPicPr>
        <p:blipFill>
          <a:blip r:embed="rId2"/>
          <a:srcRect/>
          <a:stretch>
            <a:fillRect/>
          </a:stretch>
        </p:blipFill>
        <p:spPr bwMode="auto">
          <a:xfrm>
            <a:off x="609600" y="1295400"/>
            <a:ext cx="7772400" cy="4953000"/>
          </a:xfrm>
          <a:prstGeom prst="rect">
            <a:avLst/>
          </a:prstGeom>
          <a:ln>
            <a:noFill/>
          </a:ln>
          <a:effectLst>
            <a:outerShdw blurRad="292100" dist="139700" dir="2700000" algn="tl" rotWithShape="0">
              <a:srgbClr val="333333">
                <a:alpha val="65000"/>
              </a:srgbClr>
            </a:outerShdw>
          </a:effectLst>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457200" y="-152400"/>
            <a:ext cx="8229600" cy="1219200"/>
          </a:xfrm>
        </p:spPr>
        <p:txBody>
          <a:bodyPr/>
          <a:lstStyle/>
          <a:p>
            <a:pPr algn="r"/>
            <a:r>
              <a:rPr lang="en-US" dirty="0" smtClean="0">
                <a:solidFill>
                  <a:schemeClr val="tx2">
                    <a:lumMod val="75000"/>
                  </a:schemeClr>
                </a:solidFill>
                <a:latin typeface="Arabic Typesetting" pitchFamily="66" charset="-78"/>
                <a:cs typeface="Arabic Typesetting" pitchFamily="66" charset="-78"/>
              </a:rPr>
              <a:t>Sharing printer</a:t>
            </a:r>
            <a:endParaRPr lang="en-US" dirty="0">
              <a:solidFill>
                <a:schemeClr val="tx2">
                  <a:lumMod val="75000"/>
                </a:schemeClr>
              </a:solidFill>
              <a:latin typeface="Arabic Typesetting" pitchFamily="66" charset="-78"/>
              <a:cs typeface="Arabic Typesetting" pitchFamily="66" charset="-78"/>
            </a:endParaRPr>
          </a:p>
        </p:txBody>
      </p:sp>
      <p:grpSp>
        <p:nvGrpSpPr>
          <p:cNvPr id="2" name="Group 4"/>
          <p:cNvGrpSpPr/>
          <p:nvPr/>
        </p:nvGrpSpPr>
        <p:grpSpPr>
          <a:xfrm>
            <a:off x="5562600" y="685800"/>
            <a:ext cx="2971800" cy="76200"/>
            <a:chOff x="5562600" y="1066800"/>
            <a:chExt cx="2971800" cy="76200"/>
          </a:xfrm>
        </p:grpSpPr>
        <p:cxnSp>
          <p:nvCxnSpPr>
            <p:cNvPr id="6" name="Straight Connector 5"/>
            <p:cNvCxnSpPr/>
            <p:nvPr/>
          </p:nvCxnSpPr>
          <p:spPr>
            <a:xfrm flipH="1">
              <a:off x="5562600" y="1066800"/>
              <a:ext cx="29718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flipH="1">
              <a:off x="6096000" y="1143000"/>
              <a:ext cx="2438400" cy="0"/>
            </a:xfrm>
            <a:prstGeom prst="line">
              <a:avLst/>
            </a:prstGeom>
          </p:spPr>
          <p:style>
            <a:lnRef idx="1">
              <a:schemeClr val="accent1"/>
            </a:lnRef>
            <a:fillRef idx="0">
              <a:schemeClr val="accent1"/>
            </a:fillRef>
            <a:effectRef idx="0">
              <a:schemeClr val="accent1"/>
            </a:effectRef>
            <a:fontRef idx="minor">
              <a:schemeClr val="tx1"/>
            </a:fontRef>
          </p:style>
        </p:cxnSp>
      </p:grpSp>
      <p:sp>
        <p:nvSpPr>
          <p:cNvPr id="8" name="Subtitle 2"/>
          <p:cNvSpPr txBox="1">
            <a:spLocks/>
          </p:cNvSpPr>
          <p:nvPr/>
        </p:nvSpPr>
        <p:spPr>
          <a:xfrm>
            <a:off x="7391400" y="6553200"/>
            <a:ext cx="1752600" cy="304800"/>
          </a:xfrm>
          <a:prstGeom prst="rect">
            <a:avLst/>
          </a:prstGeom>
        </p:spPr>
        <p:txBody>
          <a:bodyPr vert="horz" lIns="91440" tIns="45720" rIns="91440" bIns="45720" rtlCol="1">
            <a:normAutofit fontScale="92500" lnSpcReduction="10000"/>
          </a:bodyPr>
          <a:lstStyle/>
          <a:p>
            <a:pPr marL="342900" indent="-342900">
              <a:spcBef>
                <a:spcPct val="20000"/>
              </a:spcBef>
            </a:pPr>
            <a:r>
              <a:rPr lang="ar-YE" sz="1600" b="1" dirty="0" smtClean="0">
                <a:solidFill>
                  <a:schemeClr val="accent1">
                    <a:lumMod val="75000"/>
                  </a:schemeClr>
                </a:solidFill>
              </a:rPr>
              <a:t>أ.حسن عبدالرقيب أسعد</a:t>
            </a:r>
            <a:endParaRPr lang="en-US" sz="1600" b="1" dirty="0" smtClean="0">
              <a:solidFill>
                <a:schemeClr val="accent1">
                  <a:lumMod val="75000"/>
                </a:schemeClr>
              </a:solidFill>
            </a:endParaRPr>
          </a:p>
          <a:p>
            <a:pPr marL="342900" marR="0" lvl="0" indent="-342900" algn="l" defTabSz="914400" rtl="1" eaLnBrk="1" fontAlgn="auto" latinLnBrk="0" hangingPunct="1">
              <a:lnSpc>
                <a:spcPct val="100000"/>
              </a:lnSpc>
              <a:spcBef>
                <a:spcPct val="20000"/>
              </a:spcBef>
              <a:spcAft>
                <a:spcPts val="0"/>
              </a:spcAft>
              <a:buClrTx/>
              <a:buSzTx/>
              <a:tabLst/>
              <a:defRPr/>
            </a:pPr>
            <a:endParaRPr kumimoji="0" lang="ar-YE" sz="1600" b="0" i="0" u="none" strike="noStrike" kern="1200" cap="none" spc="0" normalizeH="0" baseline="0" noProof="0" dirty="0">
              <a:ln>
                <a:noFill/>
              </a:ln>
              <a:solidFill>
                <a:schemeClr val="accent1">
                  <a:lumMod val="75000"/>
                </a:schemeClr>
              </a:solidFill>
              <a:effectLst/>
              <a:uLnTx/>
              <a:uFillTx/>
              <a:latin typeface="+mj-lt"/>
              <a:ea typeface="+mn-ea"/>
              <a:cs typeface="+mn-cs"/>
            </a:endParaRPr>
          </a:p>
        </p:txBody>
      </p:sp>
      <p:sp>
        <p:nvSpPr>
          <p:cNvPr id="10" name="Rectangle 9"/>
          <p:cNvSpPr/>
          <p:nvPr/>
        </p:nvSpPr>
        <p:spPr>
          <a:xfrm>
            <a:off x="5901370" y="914400"/>
            <a:ext cx="2582758" cy="369332"/>
          </a:xfrm>
          <a:prstGeom prst="rect">
            <a:avLst/>
          </a:prstGeom>
        </p:spPr>
        <p:txBody>
          <a:bodyPr wrap="none">
            <a:spAutoFit/>
          </a:bodyPr>
          <a:lstStyle/>
          <a:p>
            <a:r>
              <a:rPr lang="ar-YE" b="1" dirty="0" smtClean="0">
                <a:solidFill>
                  <a:srgbClr val="C00000"/>
                </a:solidFill>
              </a:rPr>
              <a:t>ثانياَ: اعدادها في الجهاز الفرعي</a:t>
            </a:r>
            <a:endParaRPr lang="ar-YE" dirty="0"/>
          </a:p>
        </p:txBody>
      </p:sp>
      <p:pic>
        <p:nvPicPr>
          <p:cNvPr id="9" name="Picture 8" descr="http://up.arabsgate.com/u/2248/1790/12376.jpg"/>
          <p:cNvPicPr/>
          <p:nvPr/>
        </p:nvPicPr>
        <p:blipFill>
          <a:blip r:embed="rId2"/>
          <a:srcRect/>
          <a:stretch>
            <a:fillRect/>
          </a:stretch>
        </p:blipFill>
        <p:spPr bwMode="auto">
          <a:xfrm>
            <a:off x="609600" y="1219200"/>
            <a:ext cx="7943850" cy="5181600"/>
          </a:xfrm>
          <a:prstGeom prst="rect">
            <a:avLst/>
          </a:prstGeom>
          <a:ln>
            <a:noFill/>
          </a:ln>
          <a:effectLst>
            <a:outerShdw blurRad="292100" dist="139700" dir="2700000" algn="tl" rotWithShape="0">
              <a:srgbClr val="333333">
                <a:alpha val="65000"/>
              </a:srgbClr>
            </a:outerShdw>
          </a:effectLst>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457200" y="-152400"/>
            <a:ext cx="8229600" cy="1219200"/>
          </a:xfrm>
        </p:spPr>
        <p:txBody>
          <a:bodyPr/>
          <a:lstStyle/>
          <a:p>
            <a:pPr algn="r"/>
            <a:r>
              <a:rPr lang="en-US" dirty="0" smtClean="0">
                <a:solidFill>
                  <a:schemeClr val="tx2">
                    <a:lumMod val="75000"/>
                  </a:schemeClr>
                </a:solidFill>
                <a:latin typeface="Arabic Typesetting" pitchFamily="66" charset="-78"/>
                <a:cs typeface="Arabic Typesetting" pitchFamily="66" charset="-78"/>
              </a:rPr>
              <a:t>Sharing printer</a:t>
            </a:r>
            <a:endParaRPr lang="en-US" dirty="0">
              <a:solidFill>
                <a:schemeClr val="tx2">
                  <a:lumMod val="75000"/>
                </a:schemeClr>
              </a:solidFill>
              <a:latin typeface="Arabic Typesetting" pitchFamily="66" charset="-78"/>
              <a:cs typeface="Arabic Typesetting" pitchFamily="66" charset="-78"/>
            </a:endParaRPr>
          </a:p>
        </p:txBody>
      </p:sp>
      <p:grpSp>
        <p:nvGrpSpPr>
          <p:cNvPr id="2" name="Group 4"/>
          <p:cNvGrpSpPr/>
          <p:nvPr/>
        </p:nvGrpSpPr>
        <p:grpSpPr>
          <a:xfrm>
            <a:off x="5562600" y="685800"/>
            <a:ext cx="2971800" cy="76200"/>
            <a:chOff x="5562600" y="1066800"/>
            <a:chExt cx="2971800" cy="76200"/>
          </a:xfrm>
        </p:grpSpPr>
        <p:cxnSp>
          <p:nvCxnSpPr>
            <p:cNvPr id="6" name="Straight Connector 5"/>
            <p:cNvCxnSpPr/>
            <p:nvPr/>
          </p:nvCxnSpPr>
          <p:spPr>
            <a:xfrm flipH="1">
              <a:off x="5562600" y="1066800"/>
              <a:ext cx="29718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flipH="1">
              <a:off x="6096000" y="1143000"/>
              <a:ext cx="2438400" cy="0"/>
            </a:xfrm>
            <a:prstGeom prst="line">
              <a:avLst/>
            </a:prstGeom>
          </p:spPr>
          <p:style>
            <a:lnRef idx="1">
              <a:schemeClr val="accent1"/>
            </a:lnRef>
            <a:fillRef idx="0">
              <a:schemeClr val="accent1"/>
            </a:fillRef>
            <a:effectRef idx="0">
              <a:schemeClr val="accent1"/>
            </a:effectRef>
            <a:fontRef idx="minor">
              <a:schemeClr val="tx1"/>
            </a:fontRef>
          </p:style>
        </p:cxnSp>
      </p:grpSp>
      <p:sp>
        <p:nvSpPr>
          <p:cNvPr id="8" name="Subtitle 2"/>
          <p:cNvSpPr txBox="1">
            <a:spLocks/>
          </p:cNvSpPr>
          <p:nvPr/>
        </p:nvSpPr>
        <p:spPr>
          <a:xfrm>
            <a:off x="7391400" y="6553200"/>
            <a:ext cx="1752600" cy="304800"/>
          </a:xfrm>
          <a:prstGeom prst="rect">
            <a:avLst/>
          </a:prstGeom>
        </p:spPr>
        <p:txBody>
          <a:bodyPr vert="horz" lIns="91440" tIns="45720" rIns="91440" bIns="45720" rtlCol="1">
            <a:normAutofit fontScale="92500" lnSpcReduction="10000"/>
          </a:bodyPr>
          <a:lstStyle/>
          <a:p>
            <a:pPr marL="342900" indent="-342900">
              <a:spcBef>
                <a:spcPct val="20000"/>
              </a:spcBef>
            </a:pPr>
            <a:r>
              <a:rPr lang="ar-YE" sz="1600" b="1" dirty="0" smtClean="0">
                <a:solidFill>
                  <a:schemeClr val="accent1">
                    <a:lumMod val="75000"/>
                  </a:schemeClr>
                </a:solidFill>
              </a:rPr>
              <a:t>أ.حسن عبدالرقيب أسعد</a:t>
            </a:r>
            <a:endParaRPr lang="en-US" sz="1600" b="1" dirty="0" smtClean="0">
              <a:solidFill>
                <a:schemeClr val="accent1">
                  <a:lumMod val="75000"/>
                </a:schemeClr>
              </a:solidFill>
            </a:endParaRPr>
          </a:p>
          <a:p>
            <a:pPr marL="342900" marR="0" lvl="0" indent="-342900" algn="l" defTabSz="914400" rtl="1" eaLnBrk="1" fontAlgn="auto" latinLnBrk="0" hangingPunct="1">
              <a:lnSpc>
                <a:spcPct val="100000"/>
              </a:lnSpc>
              <a:spcBef>
                <a:spcPct val="20000"/>
              </a:spcBef>
              <a:spcAft>
                <a:spcPts val="0"/>
              </a:spcAft>
              <a:buClrTx/>
              <a:buSzTx/>
              <a:tabLst/>
              <a:defRPr/>
            </a:pPr>
            <a:endParaRPr kumimoji="0" lang="ar-YE" sz="1600" b="0" i="0" u="none" strike="noStrike" kern="1200" cap="none" spc="0" normalizeH="0" baseline="0" noProof="0" dirty="0">
              <a:ln>
                <a:noFill/>
              </a:ln>
              <a:solidFill>
                <a:schemeClr val="accent1">
                  <a:lumMod val="75000"/>
                </a:schemeClr>
              </a:solidFill>
              <a:effectLst/>
              <a:uLnTx/>
              <a:uFillTx/>
              <a:latin typeface="+mj-lt"/>
              <a:ea typeface="+mn-ea"/>
              <a:cs typeface="+mn-cs"/>
            </a:endParaRPr>
          </a:p>
        </p:txBody>
      </p:sp>
      <p:sp>
        <p:nvSpPr>
          <p:cNvPr id="10" name="Rectangle 9"/>
          <p:cNvSpPr/>
          <p:nvPr/>
        </p:nvSpPr>
        <p:spPr>
          <a:xfrm>
            <a:off x="5901370" y="914400"/>
            <a:ext cx="2582758" cy="369332"/>
          </a:xfrm>
          <a:prstGeom prst="rect">
            <a:avLst/>
          </a:prstGeom>
        </p:spPr>
        <p:txBody>
          <a:bodyPr wrap="none">
            <a:spAutoFit/>
          </a:bodyPr>
          <a:lstStyle/>
          <a:p>
            <a:r>
              <a:rPr lang="ar-YE" b="1" dirty="0" smtClean="0">
                <a:solidFill>
                  <a:srgbClr val="C00000"/>
                </a:solidFill>
              </a:rPr>
              <a:t>ثانياَ: اعدادها في الجهاز الفرعي</a:t>
            </a:r>
            <a:endParaRPr lang="ar-YE" dirty="0"/>
          </a:p>
        </p:txBody>
      </p:sp>
      <p:pic>
        <p:nvPicPr>
          <p:cNvPr id="9" name="Picture 8" descr="http://up.arabsgate.com/u/2248/1790/12377.jpg"/>
          <p:cNvPicPr/>
          <p:nvPr/>
        </p:nvPicPr>
        <p:blipFill>
          <a:blip r:embed="rId2"/>
          <a:srcRect/>
          <a:stretch>
            <a:fillRect/>
          </a:stretch>
        </p:blipFill>
        <p:spPr bwMode="auto">
          <a:xfrm>
            <a:off x="990600" y="1295400"/>
            <a:ext cx="7362825" cy="5029200"/>
          </a:xfrm>
          <a:prstGeom prst="rect">
            <a:avLst/>
          </a:prstGeom>
          <a:ln>
            <a:noFill/>
          </a:ln>
          <a:effectLst>
            <a:outerShdw blurRad="292100" dist="139700" dir="2700000" algn="tl" rotWithShape="0">
              <a:srgbClr val="333333">
                <a:alpha val="65000"/>
              </a:srgbClr>
            </a:outerShdw>
          </a:effectLst>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457200" y="-152400"/>
            <a:ext cx="8229600" cy="1219200"/>
          </a:xfrm>
        </p:spPr>
        <p:txBody>
          <a:bodyPr/>
          <a:lstStyle/>
          <a:p>
            <a:pPr algn="r"/>
            <a:r>
              <a:rPr lang="en-US" dirty="0" smtClean="0">
                <a:solidFill>
                  <a:schemeClr val="tx2">
                    <a:lumMod val="75000"/>
                  </a:schemeClr>
                </a:solidFill>
                <a:latin typeface="Arabic Typesetting" pitchFamily="66" charset="-78"/>
                <a:cs typeface="Arabic Typesetting" pitchFamily="66" charset="-78"/>
              </a:rPr>
              <a:t>Sharing printer</a:t>
            </a:r>
            <a:endParaRPr lang="en-US" dirty="0">
              <a:solidFill>
                <a:schemeClr val="tx2">
                  <a:lumMod val="75000"/>
                </a:schemeClr>
              </a:solidFill>
              <a:latin typeface="Arabic Typesetting" pitchFamily="66" charset="-78"/>
              <a:cs typeface="Arabic Typesetting" pitchFamily="66" charset="-78"/>
            </a:endParaRPr>
          </a:p>
        </p:txBody>
      </p:sp>
      <p:grpSp>
        <p:nvGrpSpPr>
          <p:cNvPr id="2" name="Group 4"/>
          <p:cNvGrpSpPr/>
          <p:nvPr/>
        </p:nvGrpSpPr>
        <p:grpSpPr>
          <a:xfrm>
            <a:off x="5562600" y="685800"/>
            <a:ext cx="2971800" cy="76200"/>
            <a:chOff x="5562600" y="1066800"/>
            <a:chExt cx="2971800" cy="76200"/>
          </a:xfrm>
        </p:grpSpPr>
        <p:cxnSp>
          <p:nvCxnSpPr>
            <p:cNvPr id="6" name="Straight Connector 5"/>
            <p:cNvCxnSpPr/>
            <p:nvPr/>
          </p:nvCxnSpPr>
          <p:spPr>
            <a:xfrm flipH="1">
              <a:off x="5562600" y="1066800"/>
              <a:ext cx="29718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flipH="1">
              <a:off x="6096000" y="1143000"/>
              <a:ext cx="2438400" cy="0"/>
            </a:xfrm>
            <a:prstGeom prst="line">
              <a:avLst/>
            </a:prstGeom>
          </p:spPr>
          <p:style>
            <a:lnRef idx="1">
              <a:schemeClr val="accent1"/>
            </a:lnRef>
            <a:fillRef idx="0">
              <a:schemeClr val="accent1"/>
            </a:fillRef>
            <a:effectRef idx="0">
              <a:schemeClr val="accent1"/>
            </a:effectRef>
            <a:fontRef idx="minor">
              <a:schemeClr val="tx1"/>
            </a:fontRef>
          </p:style>
        </p:cxnSp>
      </p:grpSp>
      <p:sp>
        <p:nvSpPr>
          <p:cNvPr id="8" name="Subtitle 2"/>
          <p:cNvSpPr txBox="1">
            <a:spLocks/>
          </p:cNvSpPr>
          <p:nvPr/>
        </p:nvSpPr>
        <p:spPr>
          <a:xfrm>
            <a:off x="7391400" y="6553200"/>
            <a:ext cx="1752600" cy="304800"/>
          </a:xfrm>
          <a:prstGeom prst="rect">
            <a:avLst/>
          </a:prstGeom>
        </p:spPr>
        <p:txBody>
          <a:bodyPr vert="horz" lIns="91440" tIns="45720" rIns="91440" bIns="45720" rtlCol="1">
            <a:normAutofit fontScale="92500" lnSpcReduction="10000"/>
          </a:bodyPr>
          <a:lstStyle/>
          <a:p>
            <a:pPr marL="342900" indent="-342900">
              <a:spcBef>
                <a:spcPct val="20000"/>
              </a:spcBef>
            </a:pPr>
            <a:r>
              <a:rPr lang="ar-YE" sz="1600" b="1" dirty="0" smtClean="0">
                <a:solidFill>
                  <a:schemeClr val="accent1">
                    <a:lumMod val="75000"/>
                  </a:schemeClr>
                </a:solidFill>
              </a:rPr>
              <a:t>أ.حسن عبدالرقيب أسعد</a:t>
            </a:r>
            <a:endParaRPr lang="en-US" sz="1600" b="1" dirty="0" smtClean="0">
              <a:solidFill>
                <a:schemeClr val="accent1">
                  <a:lumMod val="75000"/>
                </a:schemeClr>
              </a:solidFill>
            </a:endParaRPr>
          </a:p>
          <a:p>
            <a:pPr marL="342900" marR="0" lvl="0" indent="-342900" algn="l" defTabSz="914400" rtl="1" eaLnBrk="1" fontAlgn="auto" latinLnBrk="0" hangingPunct="1">
              <a:lnSpc>
                <a:spcPct val="100000"/>
              </a:lnSpc>
              <a:spcBef>
                <a:spcPct val="20000"/>
              </a:spcBef>
              <a:spcAft>
                <a:spcPts val="0"/>
              </a:spcAft>
              <a:buClrTx/>
              <a:buSzTx/>
              <a:tabLst/>
              <a:defRPr/>
            </a:pPr>
            <a:endParaRPr kumimoji="0" lang="ar-YE" sz="1600" b="0" i="0" u="none" strike="noStrike" kern="1200" cap="none" spc="0" normalizeH="0" baseline="0" noProof="0" dirty="0">
              <a:ln>
                <a:noFill/>
              </a:ln>
              <a:solidFill>
                <a:schemeClr val="accent1">
                  <a:lumMod val="75000"/>
                </a:schemeClr>
              </a:solidFill>
              <a:effectLst/>
              <a:uLnTx/>
              <a:uFillTx/>
              <a:latin typeface="+mj-lt"/>
              <a:ea typeface="+mn-ea"/>
              <a:cs typeface="+mn-cs"/>
            </a:endParaRPr>
          </a:p>
        </p:txBody>
      </p:sp>
      <p:sp>
        <p:nvSpPr>
          <p:cNvPr id="10" name="Rectangle 9"/>
          <p:cNvSpPr/>
          <p:nvPr/>
        </p:nvSpPr>
        <p:spPr>
          <a:xfrm>
            <a:off x="5901370" y="914400"/>
            <a:ext cx="2582758" cy="369332"/>
          </a:xfrm>
          <a:prstGeom prst="rect">
            <a:avLst/>
          </a:prstGeom>
        </p:spPr>
        <p:txBody>
          <a:bodyPr wrap="none">
            <a:spAutoFit/>
          </a:bodyPr>
          <a:lstStyle/>
          <a:p>
            <a:r>
              <a:rPr lang="ar-YE" b="1" dirty="0" smtClean="0">
                <a:solidFill>
                  <a:srgbClr val="C00000"/>
                </a:solidFill>
              </a:rPr>
              <a:t>ثانياَ: اعدادها في الجهاز الفرعي</a:t>
            </a:r>
            <a:endParaRPr lang="ar-YE" dirty="0"/>
          </a:p>
        </p:txBody>
      </p:sp>
      <p:pic>
        <p:nvPicPr>
          <p:cNvPr id="9" name="Picture 8" descr="http://up.arabsgate.com/u/2248/1790/12378.jpg"/>
          <p:cNvPicPr/>
          <p:nvPr/>
        </p:nvPicPr>
        <p:blipFill>
          <a:blip r:embed="rId2"/>
          <a:srcRect/>
          <a:stretch>
            <a:fillRect/>
          </a:stretch>
        </p:blipFill>
        <p:spPr bwMode="auto">
          <a:xfrm>
            <a:off x="1066800" y="1295400"/>
            <a:ext cx="7315200" cy="5029200"/>
          </a:xfrm>
          <a:prstGeom prst="rect">
            <a:avLst/>
          </a:prstGeom>
          <a:ln>
            <a:noFill/>
          </a:ln>
          <a:effectLst>
            <a:outerShdw blurRad="292100" dist="139700" dir="2700000" algn="tl" rotWithShape="0">
              <a:srgbClr val="333333">
                <a:alpha val="65000"/>
              </a:srgbClr>
            </a:outerShdw>
          </a:effectLst>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457200" y="-152400"/>
            <a:ext cx="8229600" cy="1219200"/>
          </a:xfrm>
        </p:spPr>
        <p:txBody>
          <a:bodyPr/>
          <a:lstStyle/>
          <a:p>
            <a:pPr algn="r"/>
            <a:r>
              <a:rPr lang="en-US" dirty="0" smtClean="0">
                <a:solidFill>
                  <a:schemeClr val="tx2">
                    <a:lumMod val="75000"/>
                  </a:schemeClr>
                </a:solidFill>
                <a:latin typeface="Arabic Typesetting" pitchFamily="66" charset="-78"/>
                <a:cs typeface="Arabic Typesetting" pitchFamily="66" charset="-78"/>
              </a:rPr>
              <a:t>Sharing printer</a:t>
            </a:r>
            <a:endParaRPr lang="en-US" dirty="0">
              <a:solidFill>
                <a:schemeClr val="tx2">
                  <a:lumMod val="75000"/>
                </a:schemeClr>
              </a:solidFill>
              <a:latin typeface="Arabic Typesetting" pitchFamily="66" charset="-78"/>
              <a:cs typeface="Arabic Typesetting" pitchFamily="66" charset="-78"/>
            </a:endParaRPr>
          </a:p>
        </p:txBody>
      </p:sp>
      <p:grpSp>
        <p:nvGrpSpPr>
          <p:cNvPr id="2" name="Group 4"/>
          <p:cNvGrpSpPr/>
          <p:nvPr/>
        </p:nvGrpSpPr>
        <p:grpSpPr>
          <a:xfrm>
            <a:off x="5562600" y="685800"/>
            <a:ext cx="2971800" cy="76200"/>
            <a:chOff x="5562600" y="1066800"/>
            <a:chExt cx="2971800" cy="76200"/>
          </a:xfrm>
        </p:grpSpPr>
        <p:cxnSp>
          <p:nvCxnSpPr>
            <p:cNvPr id="6" name="Straight Connector 5"/>
            <p:cNvCxnSpPr/>
            <p:nvPr/>
          </p:nvCxnSpPr>
          <p:spPr>
            <a:xfrm flipH="1">
              <a:off x="5562600" y="1066800"/>
              <a:ext cx="29718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flipH="1">
              <a:off x="6096000" y="1143000"/>
              <a:ext cx="2438400" cy="0"/>
            </a:xfrm>
            <a:prstGeom prst="line">
              <a:avLst/>
            </a:prstGeom>
          </p:spPr>
          <p:style>
            <a:lnRef idx="1">
              <a:schemeClr val="accent1"/>
            </a:lnRef>
            <a:fillRef idx="0">
              <a:schemeClr val="accent1"/>
            </a:fillRef>
            <a:effectRef idx="0">
              <a:schemeClr val="accent1"/>
            </a:effectRef>
            <a:fontRef idx="minor">
              <a:schemeClr val="tx1"/>
            </a:fontRef>
          </p:style>
        </p:cxnSp>
      </p:grpSp>
      <p:sp>
        <p:nvSpPr>
          <p:cNvPr id="8" name="Subtitle 2"/>
          <p:cNvSpPr txBox="1">
            <a:spLocks/>
          </p:cNvSpPr>
          <p:nvPr/>
        </p:nvSpPr>
        <p:spPr>
          <a:xfrm>
            <a:off x="7391400" y="6553200"/>
            <a:ext cx="1752600" cy="304800"/>
          </a:xfrm>
          <a:prstGeom prst="rect">
            <a:avLst/>
          </a:prstGeom>
        </p:spPr>
        <p:txBody>
          <a:bodyPr vert="horz" lIns="91440" tIns="45720" rIns="91440" bIns="45720" rtlCol="1">
            <a:normAutofit fontScale="92500" lnSpcReduction="10000"/>
          </a:bodyPr>
          <a:lstStyle/>
          <a:p>
            <a:pPr marL="342900" indent="-342900">
              <a:spcBef>
                <a:spcPct val="20000"/>
              </a:spcBef>
            </a:pPr>
            <a:r>
              <a:rPr lang="ar-YE" sz="1600" b="1" dirty="0" smtClean="0">
                <a:solidFill>
                  <a:schemeClr val="accent1">
                    <a:lumMod val="75000"/>
                  </a:schemeClr>
                </a:solidFill>
              </a:rPr>
              <a:t>أ.حسن عبدالرقيب أسعد</a:t>
            </a:r>
            <a:endParaRPr lang="en-US" sz="1600" b="1" dirty="0" smtClean="0">
              <a:solidFill>
                <a:schemeClr val="accent1">
                  <a:lumMod val="75000"/>
                </a:schemeClr>
              </a:solidFill>
            </a:endParaRPr>
          </a:p>
          <a:p>
            <a:pPr marL="342900" marR="0" lvl="0" indent="-342900" algn="l" defTabSz="914400" rtl="1" eaLnBrk="1" fontAlgn="auto" latinLnBrk="0" hangingPunct="1">
              <a:lnSpc>
                <a:spcPct val="100000"/>
              </a:lnSpc>
              <a:spcBef>
                <a:spcPct val="20000"/>
              </a:spcBef>
              <a:spcAft>
                <a:spcPts val="0"/>
              </a:spcAft>
              <a:buClrTx/>
              <a:buSzTx/>
              <a:tabLst/>
              <a:defRPr/>
            </a:pPr>
            <a:endParaRPr kumimoji="0" lang="ar-YE" sz="1600" b="0" i="0" u="none" strike="noStrike" kern="1200" cap="none" spc="0" normalizeH="0" baseline="0" noProof="0" dirty="0">
              <a:ln>
                <a:noFill/>
              </a:ln>
              <a:solidFill>
                <a:schemeClr val="accent1">
                  <a:lumMod val="75000"/>
                </a:schemeClr>
              </a:solidFill>
              <a:effectLst/>
              <a:uLnTx/>
              <a:uFillTx/>
              <a:latin typeface="+mj-lt"/>
              <a:ea typeface="+mn-ea"/>
              <a:cs typeface="+mn-cs"/>
            </a:endParaRPr>
          </a:p>
        </p:txBody>
      </p:sp>
      <p:sp>
        <p:nvSpPr>
          <p:cNvPr id="10" name="Rectangle 9"/>
          <p:cNvSpPr/>
          <p:nvPr/>
        </p:nvSpPr>
        <p:spPr>
          <a:xfrm>
            <a:off x="5901370" y="914400"/>
            <a:ext cx="2582758" cy="369332"/>
          </a:xfrm>
          <a:prstGeom prst="rect">
            <a:avLst/>
          </a:prstGeom>
        </p:spPr>
        <p:txBody>
          <a:bodyPr wrap="none">
            <a:spAutoFit/>
          </a:bodyPr>
          <a:lstStyle/>
          <a:p>
            <a:r>
              <a:rPr lang="ar-YE" b="1" dirty="0" smtClean="0">
                <a:solidFill>
                  <a:srgbClr val="C00000"/>
                </a:solidFill>
              </a:rPr>
              <a:t>ثانياَ: اعدادها في الجهاز الفرعي</a:t>
            </a:r>
            <a:endParaRPr lang="ar-YE" dirty="0"/>
          </a:p>
        </p:txBody>
      </p:sp>
      <p:pic>
        <p:nvPicPr>
          <p:cNvPr id="9" name="Picture 8" descr="http://up.arabsgate.com/u/2248/1790/12379.jpg"/>
          <p:cNvPicPr/>
          <p:nvPr/>
        </p:nvPicPr>
        <p:blipFill>
          <a:blip r:embed="rId2"/>
          <a:srcRect/>
          <a:stretch>
            <a:fillRect/>
          </a:stretch>
        </p:blipFill>
        <p:spPr bwMode="auto">
          <a:xfrm>
            <a:off x="228600" y="152400"/>
            <a:ext cx="5181600" cy="3886200"/>
          </a:xfrm>
          <a:prstGeom prst="rect">
            <a:avLst/>
          </a:prstGeom>
          <a:ln>
            <a:noFill/>
          </a:ln>
          <a:effectLst>
            <a:outerShdw blurRad="292100" dist="139700" dir="2700000" algn="tl" rotWithShape="0">
              <a:srgbClr val="333333">
                <a:alpha val="65000"/>
              </a:srgbClr>
            </a:outerShdw>
          </a:effectLst>
        </p:spPr>
      </p:pic>
      <p:pic>
        <p:nvPicPr>
          <p:cNvPr id="11" name="Picture 10" descr="http://up.arabsgate.com/u/2248/1790/12380.jpg"/>
          <p:cNvPicPr/>
          <p:nvPr/>
        </p:nvPicPr>
        <p:blipFill>
          <a:blip r:embed="rId3"/>
          <a:srcRect/>
          <a:stretch>
            <a:fillRect/>
          </a:stretch>
        </p:blipFill>
        <p:spPr bwMode="auto">
          <a:xfrm>
            <a:off x="4191000" y="2743200"/>
            <a:ext cx="4762500" cy="3714750"/>
          </a:xfrm>
          <a:prstGeom prst="rect">
            <a:avLst/>
          </a:prstGeom>
          <a:ln>
            <a:noFill/>
          </a:ln>
          <a:effectLst>
            <a:outerShdw blurRad="292100" dist="139700" dir="2700000" algn="tl" rotWithShape="0">
              <a:srgbClr val="333333">
                <a:alpha val="65000"/>
              </a:srgbClr>
            </a:outerShdw>
          </a:effectLst>
        </p:spPr>
      </p:pic>
      <p:sp>
        <p:nvSpPr>
          <p:cNvPr id="12" name="TextBox 11"/>
          <p:cNvSpPr txBox="1"/>
          <p:nvPr/>
        </p:nvSpPr>
        <p:spPr>
          <a:xfrm>
            <a:off x="533400" y="3581400"/>
            <a:ext cx="762000" cy="381000"/>
          </a:xfrm>
          <a:prstGeom prst="rect">
            <a:avLst/>
          </a:prstGeom>
          <a:noFill/>
        </p:spPr>
        <p:txBody>
          <a:bodyPr wrap="square" rtlCol="1">
            <a:spAutoFit/>
          </a:bodyPr>
          <a:lstStyle/>
          <a:p>
            <a:pPr algn="ctr"/>
            <a:r>
              <a:rPr lang="ar-YE" dirty="0" smtClean="0">
                <a:solidFill>
                  <a:srgbClr val="FF0000"/>
                </a:solidFill>
              </a:rPr>
              <a:t>1</a:t>
            </a:r>
            <a:endParaRPr lang="ar-YE" dirty="0">
              <a:solidFill>
                <a:srgbClr val="FF0000"/>
              </a:solidFill>
            </a:endParaRPr>
          </a:p>
        </p:txBody>
      </p:sp>
      <p:sp>
        <p:nvSpPr>
          <p:cNvPr id="13" name="TextBox 12"/>
          <p:cNvSpPr txBox="1"/>
          <p:nvPr/>
        </p:nvSpPr>
        <p:spPr>
          <a:xfrm>
            <a:off x="4419600" y="6019800"/>
            <a:ext cx="762000" cy="381000"/>
          </a:xfrm>
          <a:prstGeom prst="rect">
            <a:avLst/>
          </a:prstGeom>
          <a:noFill/>
        </p:spPr>
        <p:txBody>
          <a:bodyPr wrap="square" rtlCol="1">
            <a:spAutoFit/>
          </a:bodyPr>
          <a:lstStyle/>
          <a:p>
            <a:pPr algn="ctr"/>
            <a:r>
              <a:rPr lang="ar-YE" dirty="0" smtClean="0">
                <a:solidFill>
                  <a:srgbClr val="FF0000"/>
                </a:solidFill>
              </a:rPr>
              <a:t>2</a:t>
            </a:r>
            <a:endParaRPr lang="ar-YE" dirty="0">
              <a:solidFill>
                <a:srgbClr val="FF0000"/>
              </a:solidFill>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457200" y="-152400"/>
            <a:ext cx="8229600" cy="1219200"/>
          </a:xfrm>
        </p:spPr>
        <p:txBody>
          <a:bodyPr/>
          <a:lstStyle/>
          <a:p>
            <a:pPr algn="r"/>
            <a:r>
              <a:rPr lang="en-US" dirty="0" smtClean="0">
                <a:solidFill>
                  <a:schemeClr val="tx2">
                    <a:lumMod val="75000"/>
                  </a:schemeClr>
                </a:solidFill>
                <a:latin typeface="Arabic Typesetting" pitchFamily="66" charset="-78"/>
                <a:cs typeface="Arabic Typesetting" pitchFamily="66" charset="-78"/>
              </a:rPr>
              <a:t>Sharing printer</a:t>
            </a:r>
            <a:endParaRPr lang="en-US" dirty="0">
              <a:solidFill>
                <a:schemeClr val="tx2">
                  <a:lumMod val="75000"/>
                </a:schemeClr>
              </a:solidFill>
              <a:latin typeface="Arabic Typesetting" pitchFamily="66" charset="-78"/>
              <a:cs typeface="Arabic Typesetting" pitchFamily="66" charset="-78"/>
            </a:endParaRPr>
          </a:p>
        </p:txBody>
      </p:sp>
      <p:grpSp>
        <p:nvGrpSpPr>
          <p:cNvPr id="2" name="Group 4"/>
          <p:cNvGrpSpPr/>
          <p:nvPr/>
        </p:nvGrpSpPr>
        <p:grpSpPr>
          <a:xfrm>
            <a:off x="5562600" y="685800"/>
            <a:ext cx="2971800" cy="76200"/>
            <a:chOff x="5562600" y="1066800"/>
            <a:chExt cx="2971800" cy="76200"/>
          </a:xfrm>
        </p:grpSpPr>
        <p:cxnSp>
          <p:nvCxnSpPr>
            <p:cNvPr id="6" name="Straight Connector 5"/>
            <p:cNvCxnSpPr/>
            <p:nvPr/>
          </p:nvCxnSpPr>
          <p:spPr>
            <a:xfrm flipH="1">
              <a:off x="5562600" y="1066800"/>
              <a:ext cx="29718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flipH="1">
              <a:off x="6096000" y="1143000"/>
              <a:ext cx="2438400" cy="0"/>
            </a:xfrm>
            <a:prstGeom prst="line">
              <a:avLst/>
            </a:prstGeom>
          </p:spPr>
          <p:style>
            <a:lnRef idx="1">
              <a:schemeClr val="accent1"/>
            </a:lnRef>
            <a:fillRef idx="0">
              <a:schemeClr val="accent1"/>
            </a:fillRef>
            <a:effectRef idx="0">
              <a:schemeClr val="accent1"/>
            </a:effectRef>
            <a:fontRef idx="minor">
              <a:schemeClr val="tx1"/>
            </a:fontRef>
          </p:style>
        </p:cxnSp>
      </p:grpSp>
      <p:sp>
        <p:nvSpPr>
          <p:cNvPr id="8" name="Subtitle 2"/>
          <p:cNvSpPr txBox="1">
            <a:spLocks/>
          </p:cNvSpPr>
          <p:nvPr/>
        </p:nvSpPr>
        <p:spPr>
          <a:xfrm>
            <a:off x="7391400" y="6553200"/>
            <a:ext cx="1752600" cy="304800"/>
          </a:xfrm>
          <a:prstGeom prst="rect">
            <a:avLst/>
          </a:prstGeom>
        </p:spPr>
        <p:txBody>
          <a:bodyPr vert="horz" lIns="91440" tIns="45720" rIns="91440" bIns="45720" rtlCol="1">
            <a:normAutofit fontScale="92500" lnSpcReduction="10000"/>
          </a:bodyPr>
          <a:lstStyle/>
          <a:p>
            <a:pPr marL="342900" indent="-342900">
              <a:spcBef>
                <a:spcPct val="20000"/>
              </a:spcBef>
            </a:pPr>
            <a:r>
              <a:rPr lang="ar-YE" sz="1600" b="1" dirty="0" smtClean="0">
                <a:solidFill>
                  <a:schemeClr val="accent1">
                    <a:lumMod val="75000"/>
                  </a:schemeClr>
                </a:solidFill>
              </a:rPr>
              <a:t>أ.حسن عبدالرقيب أسعد</a:t>
            </a:r>
            <a:endParaRPr lang="en-US" sz="1600" b="1" dirty="0" smtClean="0">
              <a:solidFill>
                <a:schemeClr val="accent1">
                  <a:lumMod val="75000"/>
                </a:schemeClr>
              </a:solidFill>
            </a:endParaRPr>
          </a:p>
          <a:p>
            <a:pPr marL="342900" marR="0" lvl="0" indent="-342900" algn="l" defTabSz="914400" rtl="1" eaLnBrk="1" fontAlgn="auto" latinLnBrk="0" hangingPunct="1">
              <a:lnSpc>
                <a:spcPct val="100000"/>
              </a:lnSpc>
              <a:spcBef>
                <a:spcPct val="20000"/>
              </a:spcBef>
              <a:spcAft>
                <a:spcPts val="0"/>
              </a:spcAft>
              <a:buClrTx/>
              <a:buSzTx/>
              <a:tabLst/>
              <a:defRPr/>
            </a:pPr>
            <a:endParaRPr kumimoji="0" lang="ar-YE" sz="1600" b="0" i="0" u="none" strike="noStrike" kern="1200" cap="none" spc="0" normalizeH="0" baseline="0" noProof="0" dirty="0">
              <a:ln>
                <a:noFill/>
              </a:ln>
              <a:solidFill>
                <a:schemeClr val="accent1">
                  <a:lumMod val="75000"/>
                </a:schemeClr>
              </a:solidFill>
              <a:effectLst/>
              <a:uLnTx/>
              <a:uFillTx/>
              <a:latin typeface="+mj-lt"/>
              <a:ea typeface="+mn-ea"/>
              <a:cs typeface="+mn-cs"/>
            </a:endParaRPr>
          </a:p>
        </p:txBody>
      </p:sp>
      <p:sp>
        <p:nvSpPr>
          <p:cNvPr id="10" name="Rectangle 9"/>
          <p:cNvSpPr/>
          <p:nvPr/>
        </p:nvSpPr>
        <p:spPr>
          <a:xfrm>
            <a:off x="5901370" y="914400"/>
            <a:ext cx="2582758" cy="369332"/>
          </a:xfrm>
          <a:prstGeom prst="rect">
            <a:avLst/>
          </a:prstGeom>
        </p:spPr>
        <p:txBody>
          <a:bodyPr wrap="none">
            <a:spAutoFit/>
          </a:bodyPr>
          <a:lstStyle/>
          <a:p>
            <a:r>
              <a:rPr lang="ar-YE" b="1" dirty="0" smtClean="0">
                <a:solidFill>
                  <a:srgbClr val="C00000"/>
                </a:solidFill>
              </a:rPr>
              <a:t>ثانياَ: اعدادها في الجهاز الفرعي</a:t>
            </a:r>
            <a:endParaRPr lang="ar-YE" dirty="0"/>
          </a:p>
        </p:txBody>
      </p:sp>
      <p:pic>
        <p:nvPicPr>
          <p:cNvPr id="9" name="Picture 8" descr="http://up.arabsgate.com/u/2248/1790/12381.jpg"/>
          <p:cNvPicPr/>
          <p:nvPr/>
        </p:nvPicPr>
        <p:blipFill>
          <a:blip r:embed="rId2"/>
          <a:srcRect/>
          <a:stretch>
            <a:fillRect/>
          </a:stretch>
        </p:blipFill>
        <p:spPr bwMode="auto">
          <a:xfrm>
            <a:off x="457200" y="1295400"/>
            <a:ext cx="8010525" cy="5029200"/>
          </a:xfrm>
          <a:prstGeom prst="rect">
            <a:avLst/>
          </a:prstGeom>
          <a:ln>
            <a:noFill/>
          </a:ln>
          <a:effectLst>
            <a:outerShdw blurRad="292100" dist="139700" dir="2700000" algn="tl" rotWithShape="0">
              <a:srgbClr val="333333">
                <a:alpha val="65000"/>
              </a:srgbClr>
            </a:outerShdw>
          </a:effectLst>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7391400" y="6553200"/>
            <a:ext cx="1752600" cy="304800"/>
          </a:xfrm>
          <a:prstGeom prst="rect">
            <a:avLst/>
          </a:prstGeom>
        </p:spPr>
        <p:txBody>
          <a:bodyPr vert="horz" lIns="91440" tIns="45720" rIns="91440" bIns="45720" rtlCol="1">
            <a:normAutofit fontScale="92500" lnSpcReduction="10000"/>
          </a:bodyPr>
          <a:lstStyle/>
          <a:p>
            <a:pPr marL="342900" indent="-342900">
              <a:spcBef>
                <a:spcPct val="20000"/>
              </a:spcBef>
            </a:pPr>
            <a:r>
              <a:rPr lang="ar-YE" sz="1600" b="1" dirty="0" smtClean="0">
                <a:solidFill>
                  <a:schemeClr val="accent1">
                    <a:lumMod val="75000"/>
                  </a:schemeClr>
                </a:solidFill>
              </a:rPr>
              <a:t>أ.حسن عبدالرقيب أسعد</a:t>
            </a:r>
            <a:endParaRPr lang="en-US" sz="1600" b="1" dirty="0" smtClean="0">
              <a:solidFill>
                <a:schemeClr val="accent1">
                  <a:lumMod val="75000"/>
                </a:schemeClr>
              </a:solidFill>
            </a:endParaRPr>
          </a:p>
          <a:p>
            <a:pPr marL="342900" marR="0" lvl="0" indent="-342900" algn="l" defTabSz="914400" rtl="1" eaLnBrk="1" fontAlgn="auto" latinLnBrk="0" hangingPunct="1">
              <a:lnSpc>
                <a:spcPct val="100000"/>
              </a:lnSpc>
              <a:spcBef>
                <a:spcPct val="20000"/>
              </a:spcBef>
              <a:spcAft>
                <a:spcPts val="0"/>
              </a:spcAft>
              <a:buClrTx/>
              <a:buSzTx/>
              <a:tabLst/>
              <a:defRPr/>
            </a:pPr>
            <a:endParaRPr kumimoji="0" lang="ar-YE" sz="1600" b="0" i="0" u="none" strike="noStrike" kern="1200" cap="none" spc="0" normalizeH="0" baseline="0" noProof="0" dirty="0">
              <a:ln>
                <a:noFill/>
              </a:ln>
              <a:solidFill>
                <a:schemeClr val="accent1">
                  <a:lumMod val="75000"/>
                </a:schemeClr>
              </a:solidFill>
              <a:effectLst/>
              <a:uLnTx/>
              <a:uFillTx/>
              <a:latin typeface="+mj-lt"/>
              <a:ea typeface="+mn-ea"/>
              <a:cs typeface="+mn-cs"/>
            </a:endParaRPr>
          </a:p>
        </p:txBody>
      </p:sp>
      <p:sp>
        <p:nvSpPr>
          <p:cNvPr id="6" name="Title 1"/>
          <p:cNvSpPr txBox="1">
            <a:spLocks/>
          </p:cNvSpPr>
          <p:nvPr/>
        </p:nvSpPr>
        <p:spPr>
          <a:xfrm>
            <a:off x="685800" y="2130425"/>
            <a:ext cx="7772400" cy="1470025"/>
          </a:xfrm>
          <a:prstGeom prst="rect">
            <a:avLst/>
          </a:prstGeom>
        </p:spPr>
        <p:txBody>
          <a:bodyPr vert="horz" lIns="91440" tIns="45720" rIns="91440" bIns="45720" rtlCol="1" anchor="ctr">
            <a:noAutofit/>
            <a:scene3d>
              <a:camera prst="orthographicFront">
                <a:rot lat="0" lon="0" rev="0"/>
              </a:camera>
              <a:lightRig rig="contrasting" dir="t">
                <a:rot lat="0" lon="0" rev="4500000"/>
              </a:lightRig>
            </a:scene3d>
            <a:sp3d contourW="6350" prstMaterial="metal">
              <a:bevelT w="127000" h="31750" prst="relaxedInset"/>
              <a:contourClr>
                <a:schemeClr val="accent1">
                  <a:shade val="75000"/>
                </a:schemeClr>
              </a:contourClr>
            </a:sp3d>
          </a:bodyPr>
          <a:lstStyle/>
          <a:p>
            <a:pPr marL="0" marR="0" lvl="0" indent="0" algn="ctr" defTabSz="914400" rtl="1" eaLnBrk="1" fontAlgn="auto" latinLnBrk="0" hangingPunct="1">
              <a:lnSpc>
                <a:spcPct val="100000"/>
              </a:lnSpc>
              <a:spcBef>
                <a:spcPct val="0"/>
              </a:spcBef>
              <a:spcAft>
                <a:spcPts val="0"/>
              </a:spcAft>
              <a:buClrTx/>
              <a:buSzTx/>
              <a:buFontTx/>
              <a:buNone/>
              <a:tabLst/>
              <a:defRPr/>
            </a:pPr>
            <a:r>
              <a:rPr kumimoji="0" lang="en-US" sz="4400" b="1" i="0" u="none" strike="noStrike" kern="1200" cap="all" spc="0" normalizeH="0" baseline="0" noProof="0" dirty="0" smtClean="0">
                <a:ln w="0"/>
                <a:gradFill flip="none">
                  <a:gsLst>
                    <a:gs pos="0">
                      <a:schemeClr val="accent1">
                        <a:tint val="75000"/>
                        <a:shade val="75000"/>
                        <a:satMod val="170000"/>
                      </a:schemeClr>
                    </a:gs>
                    <a:gs pos="49000">
                      <a:schemeClr val="accent1">
                        <a:tint val="88000"/>
                        <a:shade val="65000"/>
                        <a:satMod val="172000"/>
                      </a:schemeClr>
                    </a:gs>
                    <a:gs pos="50000">
                      <a:schemeClr val="accent1">
                        <a:shade val="65000"/>
                        <a:satMod val="130000"/>
                      </a:schemeClr>
                    </a:gs>
                    <a:gs pos="92000">
                      <a:schemeClr val="accent1">
                        <a:shade val="50000"/>
                        <a:satMod val="120000"/>
                      </a:schemeClr>
                    </a:gs>
                    <a:gs pos="100000">
                      <a:schemeClr val="accent1">
                        <a:shade val="48000"/>
                        <a:satMod val="120000"/>
                      </a:schemeClr>
                    </a:gs>
                  </a:gsLst>
                  <a:lin ang="5400000"/>
                </a:gradFill>
                <a:effectLst>
                  <a:reflection blurRad="12700" stA="50000" endPos="50000" dist="5000" dir="5400000" sy="-100000" rotWithShape="0"/>
                </a:effectLst>
                <a:uLnTx/>
                <a:uFillTx/>
                <a:latin typeface="+mn-lt"/>
                <a:ea typeface="+mj-ea"/>
                <a:cs typeface="+mj-cs"/>
              </a:rPr>
              <a:t>Sharing</a:t>
            </a:r>
            <a:r>
              <a:rPr kumimoji="0" lang="en-US" sz="4400" b="1" i="0" u="none" strike="noStrike" kern="1200" cap="all" spc="0" normalizeH="0" noProof="0" dirty="0" smtClean="0">
                <a:ln w="0"/>
                <a:gradFill flip="none">
                  <a:gsLst>
                    <a:gs pos="0">
                      <a:schemeClr val="accent1">
                        <a:tint val="75000"/>
                        <a:shade val="75000"/>
                        <a:satMod val="170000"/>
                      </a:schemeClr>
                    </a:gs>
                    <a:gs pos="49000">
                      <a:schemeClr val="accent1">
                        <a:tint val="88000"/>
                        <a:shade val="65000"/>
                        <a:satMod val="172000"/>
                      </a:schemeClr>
                    </a:gs>
                    <a:gs pos="50000">
                      <a:schemeClr val="accent1">
                        <a:shade val="65000"/>
                        <a:satMod val="130000"/>
                      </a:schemeClr>
                    </a:gs>
                    <a:gs pos="92000">
                      <a:schemeClr val="accent1">
                        <a:shade val="50000"/>
                        <a:satMod val="120000"/>
                      </a:schemeClr>
                    </a:gs>
                    <a:gs pos="100000">
                      <a:schemeClr val="accent1">
                        <a:shade val="48000"/>
                        <a:satMod val="120000"/>
                      </a:schemeClr>
                    </a:gs>
                  </a:gsLst>
                  <a:lin ang="5400000"/>
                </a:gradFill>
                <a:effectLst>
                  <a:reflection blurRad="12700" stA="50000" endPos="50000" dist="5000" dir="5400000" sy="-100000" rotWithShape="0"/>
                </a:effectLst>
                <a:uLnTx/>
                <a:uFillTx/>
                <a:latin typeface="+mn-lt"/>
                <a:ea typeface="+mj-ea"/>
                <a:cs typeface="+mj-cs"/>
              </a:rPr>
              <a:t> printer on home  network Using Win 7</a:t>
            </a:r>
            <a:endParaRPr kumimoji="0" lang="ar-YE" sz="4400" b="1" i="0" u="none" strike="noStrike" kern="1200" cap="all" spc="0" normalizeH="0" baseline="0" noProof="0" dirty="0">
              <a:ln w="0"/>
              <a:gradFill flip="none">
                <a:gsLst>
                  <a:gs pos="0">
                    <a:schemeClr val="accent1">
                      <a:tint val="75000"/>
                      <a:shade val="75000"/>
                      <a:satMod val="170000"/>
                    </a:schemeClr>
                  </a:gs>
                  <a:gs pos="49000">
                    <a:schemeClr val="accent1">
                      <a:tint val="88000"/>
                      <a:shade val="65000"/>
                      <a:satMod val="172000"/>
                    </a:schemeClr>
                  </a:gs>
                  <a:gs pos="50000">
                    <a:schemeClr val="accent1">
                      <a:shade val="65000"/>
                      <a:satMod val="130000"/>
                    </a:schemeClr>
                  </a:gs>
                  <a:gs pos="92000">
                    <a:schemeClr val="accent1">
                      <a:shade val="50000"/>
                      <a:satMod val="120000"/>
                    </a:schemeClr>
                  </a:gs>
                  <a:gs pos="100000">
                    <a:schemeClr val="accent1">
                      <a:shade val="48000"/>
                      <a:satMod val="120000"/>
                    </a:schemeClr>
                  </a:gs>
                </a:gsLst>
                <a:lin ang="5400000"/>
              </a:gradFill>
              <a:effectLst>
                <a:reflection blurRad="12700" stA="50000" endPos="50000" dist="5000" dir="5400000" sy="-100000" rotWithShape="0"/>
              </a:effectLst>
              <a:uLnTx/>
              <a:uFillTx/>
              <a:latin typeface="+mn-lt"/>
              <a:ea typeface="+mj-ea"/>
              <a:cs typeface="+mj-cs"/>
            </a:endParaRP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457200" y="-152400"/>
            <a:ext cx="8229600" cy="1219200"/>
          </a:xfrm>
        </p:spPr>
        <p:txBody>
          <a:bodyPr/>
          <a:lstStyle/>
          <a:p>
            <a:pPr algn="r"/>
            <a:r>
              <a:rPr lang="en-US" dirty="0" smtClean="0">
                <a:solidFill>
                  <a:schemeClr val="tx2">
                    <a:lumMod val="75000"/>
                  </a:schemeClr>
                </a:solidFill>
                <a:latin typeface="Arabic Typesetting" pitchFamily="66" charset="-78"/>
                <a:cs typeface="Arabic Typesetting" pitchFamily="66" charset="-78"/>
              </a:rPr>
              <a:t>Sharing printer</a:t>
            </a:r>
            <a:endParaRPr lang="en-US" dirty="0">
              <a:solidFill>
                <a:schemeClr val="tx2">
                  <a:lumMod val="75000"/>
                </a:schemeClr>
              </a:solidFill>
              <a:latin typeface="Arabic Typesetting" pitchFamily="66" charset="-78"/>
              <a:cs typeface="Arabic Typesetting" pitchFamily="66" charset="-78"/>
            </a:endParaRPr>
          </a:p>
        </p:txBody>
      </p:sp>
      <p:grpSp>
        <p:nvGrpSpPr>
          <p:cNvPr id="2" name="Group 4"/>
          <p:cNvGrpSpPr/>
          <p:nvPr/>
        </p:nvGrpSpPr>
        <p:grpSpPr>
          <a:xfrm>
            <a:off x="5562600" y="685800"/>
            <a:ext cx="2971800" cy="76200"/>
            <a:chOff x="5562600" y="1066800"/>
            <a:chExt cx="2971800" cy="76200"/>
          </a:xfrm>
        </p:grpSpPr>
        <p:cxnSp>
          <p:nvCxnSpPr>
            <p:cNvPr id="6" name="Straight Connector 5"/>
            <p:cNvCxnSpPr/>
            <p:nvPr/>
          </p:nvCxnSpPr>
          <p:spPr>
            <a:xfrm flipH="1">
              <a:off x="5562600" y="1066800"/>
              <a:ext cx="29718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flipH="1">
              <a:off x="6096000" y="1143000"/>
              <a:ext cx="2438400" cy="0"/>
            </a:xfrm>
            <a:prstGeom prst="line">
              <a:avLst/>
            </a:prstGeom>
          </p:spPr>
          <p:style>
            <a:lnRef idx="1">
              <a:schemeClr val="accent1"/>
            </a:lnRef>
            <a:fillRef idx="0">
              <a:schemeClr val="accent1"/>
            </a:fillRef>
            <a:effectRef idx="0">
              <a:schemeClr val="accent1"/>
            </a:effectRef>
            <a:fontRef idx="minor">
              <a:schemeClr val="tx1"/>
            </a:fontRef>
          </p:style>
        </p:cxnSp>
      </p:grpSp>
      <p:sp>
        <p:nvSpPr>
          <p:cNvPr id="8" name="Subtitle 2"/>
          <p:cNvSpPr txBox="1">
            <a:spLocks/>
          </p:cNvSpPr>
          <p:nvPr/>
        </p:nvSpPr>
        <p:spPr>
          <a:xfrm>
            <a:off x="7391400" y="6553200"/>
            <a:ext cx="1752600" cy="304800"/>
          </a:xfrm>
          <a:prstGeom prst="rect">
            <a:avLst/>
          </a:prstGeom>
        </p:spPr>
        <p:txBody>
          <a:bodyPr vert="horz" lIns="91440" tIns="45720" rIns="91440" bIns="45720" rtlCol="1">
            <a:normAutofit fontScale="92500" lnSpcReduction="10000"/>
          </a:bodyPr>
          <a:lstStyle/>
          <a:p>
            <a:pPr marL="342900" indent="-342900">
              <a:spcBef>
                <a:spcPct val="20000"/>
              </a:spcBef>
            </a:pPr>
            <a:r>
              <a:rPr lang="ar-YE" sz="1600" b="1" dirty="0" smtClean="0">
                <a:solidFill>
                  <a:schemeClr val="accent1">
                    <a:lumMod val="75000"/>
                  </a:schemeClr>
                </a:solidFill>
              </a:rPr>
              <a:t>أ.حسن عبدالرقيب أسعد</a:t>
            </a:r>
            <a:endParaRPr lang="en-US" sz="1600" b="1" dirty="0" smtClean="0">
              <a:solidFill>
                <a:schemeClr val="accent1">
                  <a:lumMod val="75000"/>
                </a:schemeClr>
              </a:solidFill>
            </a:endParaRPr>
          </a:p>
          <a:p>
            <a:pPr marL="342900" marR="0" lvl="0" indent="-342900" algn="l" defTabSz="914400" rtl="1" eaLnBrk="1" fontAlgn="auto" latinLnBrk="0" hangingPunct="1">
              <a:lnSpc>
                <a:spcPct val="100000"/>
              </a:lnSpc>
              <a:spcBef>
                <a:spcPct val="20000"/>
              </a:spcBef>
              <a:spcAft>
                <a:spcPts val="0"/>
              </a:spcAft>
              <a:buClrTx/>
              <a:buSzTx/>
              <a:tabLst/>
              <a:defRPr/>
            </a:pPr>
            <a:endParaRPr kumimoji="0" lang="ar-YE" sz="1600" b="0" i="0" u="none" strike="noStrike" kern="1200" cap="none" spc="0" normalizeH="0" baseline="0" noProof="0" dirty="0">
              <a:ln>
                <a:noFill/>
              </a:ln>
              <a:solidFill>
                <a:schemeClr val="accent1">
                  <a:lumMod val="75000"/>
                </a:schemeClr>
              </a:solidFill>
              <a:effectLst/>
              <a:uLnTx/>
              <a:uFillTx/>
              <a:latin typeface="+mj-lt"/>
              <a:ea typeface="+mn-ea"/>
              <a:cs typeface="+mn-cs"/>
            </a:endParaRPr>
          </a:p>
        </p:txBody>
      </p:sp>
      <p:sp>
        <p:nvSpPr>
          <p:cNvPr id="9" name="Rectangle 8"/>
          <p:cNvSpPr/>
          <p:nvPr/>
        </p:nvSpPr>
        <p:spPr>
          <a:xfrm>
            <a:off x="6133800" y="914400"/>
            <a:ext cx="2350323" cy="369332"/>
          </a:xfrm>
          <a:prstGeom prst="rect">
            <a:avLst/>
          </a:prstGeom>
        </p:spPr>
        <p:txBody>
          <a:bodyPr wrap="none">
            <a:spAutoFit/>
          </a:bodyPr>
          <a:lstStyle/>
          <a:p>
            <a:r>
              <a:rPr lang="ar-YE" b="1" dirty="0" smtClean="0">
                <a:solidFill>
                  <a:srgbClr val="C00000"/>
                </a:solidFill>
              </a:rPr>
              <a:t>أولاَ: اعدادها الجهاز الرئيسي</a:t>
            </a:r>
            <a:endParaRPr lang="ar-YE" dirty="0"/>
          </a:p>
        </p:txBody>
      </p:sp>
      <p:sp>
        <p:nvSpPr>
          <p:cNvPr id="10" name="TextBox 9"/>
          <p:cNvSpPr txBox="1"/>
          <p:nvPr/>
        </p:nvSpPr>
        <p:spPr>
          <a:xfrm>
            <a:off x="4191000" y="2590800"/>
            <a:ext cx="4724400" cy="1200329"/>
          </a:xfrm>
          <a:prstGeom prst="rect">
            <a:avLst/>
          </a:prstGeom>
          <a:noFill/>
          <a:ln>
            <a:solidFill>
              <a:srgbClr val="FF0000"/>
            </a:solidFill>
          </a:ln>
        </p:spPr>
        <p:txBody>
          <a:bodyPr wrap="square" rtlCol="0">
            <a:spAutoFit/>
          </a:bodyPr>
          <a:lstStyle/>
          <a:p>
            <a:pPr algn="l"/>
            <a:r>
              <a:rPr lang="en-US" dirty="0" smtClean="0"/>
              <a:t>On the Windows 7 machine go into Control Panel \ All Control Panel Items \ Network and Sharing Center then click on Change advanced sharing settings.</a:t>
            </a:r>
          </a:p>
        </p:txBody>
      </p:sp>
      <p:pic>
        <p:nvPicPr>
          <p:cNvPr id="44034" name="Picture 2" descr="network and sharing"/>
          <p:cNvPicPr>
            <a:picLocks noChangeAspect="1" noChangeArrowheads="1"/>
          </p:cNvPicPr>
          <p:nvPr/>
        </p:nvPicPr>
        <p:blipFill>
          <a:blip r:embed="rId2"/>
          <a:srcRect/>
          <a:stretch>
            <a:fillRect/>
          </a:stretch>
        </p:blipFill>
        <p:spPr bwMode="auto">
          <a:xfrm>
            <a:off x="544557" y="838200"/>
            <a:ext cx="4865643" cy="1676400"/>
          </a:xfrm>
          <a:prstGeom prst="rect">
            <a:avLst/>
          </a:prstGeom>
          <a:noFill/>
        </p:spPr>
      </p:pic>
      <p:pic>
        <p:nvPicPr>
          <p:cNvPr id="44036" name="Picture 4" descr="advanced"/>
          <p:cNvPicPr>
            <a:picLocks noChangeAspect="1" noChangeArrowheads="1"/>
          </p:cNvPicPr>
          <p:nvPr/>
        </p:nvPicPr>
        <p:blipFill>
          <a:blip r:embed="rId3"/>
          <a:srcRect/>
          <a:stretch>
            <a:fillRect/>
          </a:stretch>
        </p:blipFill>
        <p:spPr bwMode="auto">
          <a:xfrm>
            <a:off x="533400" y="2547314"/>
            <a:ext cx="3505200" cy="2862886"/>
          </a:xfrm>
          <a:prstGeom prst="rect">
            <a:avLst/>
          </a:prstGeom>
          <a:noFill/>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457200" y="-152400"/>
            <a:ext cx="8229600" cy="1219200"/>
          </a:xfrm>
        </p:spPr>
        <p:txBody>
          <a:bodyPr/>
          <a:lstStyle/>
          <a:p>
            <a:pPr algn="r"/>
            <a:r>
              <a:rPr lang="en-US" dirty="0" smtClean="0">
                <a:solidFill>
                  <a:schemeClr val="tx2">
                    <a:lumMod val="75000"/>
                  </a:schemeClr>
                </a:solidFill>
                <a:latin typeface="Arabic Typesetting" pitchFamily="66" charset="-78"/>
                <a:cs typeface="Arabic Typesetting" pitchFamily="66" charset="-78"/>
              </a:rPr>
              <a:t>Sharing printer</a:t>
            </a:r>
            <a:endParaRPr lang="en-US" dirty="0">
              <a:solidFill>
                <a:schemeClr val="tx2">
                  <a:lumMod val="75000"/>
                </a:schemeClr>
              </a:solidFill>
              <a:latin typeface="Arabic Typesetting" pitchFamily="66" charset="-78"/>
              <a:cs typeface="Arabic Typesetting" pitchFamily="66" charset="-78"/>
            </a:endParaRPr>
          </a:p>
        </p:txBody>
      </p:sp>
      <p:grpSp>
        <p:nvGrpSpPr>
          <p:cNvPr id="2" name="Group 4"/>
          <p:cNvGrpSpPr/>
          <p:nvPr/>
        </p:nvGrpSpPr>
        <p:grpSpPr>
          <a:xfrm>
            <a:off x="5562600" y="685800"/>
            <a:ext cx="2971800" cy="76200"/>
            <a:chOff x="5562600" y="1066800"/>
            <a:chExt cx="2971800" cy="76200"/>
          </a:xfrm>
        </p:grpSpPr>
        <p:cxnSp>
          <p:nvCxnSpPr>
            <p:cNvPr id="6" name="Straight Connector 5"/>
            <p:cNvCxnSpPr/>
            <p:nvPr/>
          </p:nvCxnSpPr>
          <p:spPr>
            <a:xfrm flipH="1">
              <a:off x="5562600" y="1066800"/>
              <a:ext cx="29718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flipH="1">
              <a:off x="6096000" y="1143000"/>
              <a:ext cx="2438400" cy="0"/>
            </a:xfrm>
            <a:prstGeom prst="line">
              <a:avLst/>
            </a:prstGeom>
          </p:spPr>
          <p:style>
            <a:lnRef idx="1">
              <a:schemeClr val="accent1"/>
            </a:lnRef>
            <a:fillRef idx="0">
              <a:schemeClr val="accent1"/>
            </a:fillRef>
            <a:effectRef idx="0">
              <a:schemeClr val="accent1"/>
            </a:effectRef>
            <a:fontRef idx="minor">
              <a:schemeClr val="tx1"/>
            </a:fontRef>
          </p:style>
        </p:cxnSp>
      </p:grpSp>
      <p:sp>
        <p:nvSpPr>
          <p:cNvPr id="8" name="Subtitle 2"/>
          <p:cNvSpPr txBox="1">
            <a:spLocks/>
          </p:cNvSpPr>
          <p:nvPr/>
        </p:nvSpPr>
        <p:spPr>
          <a:xfrm>
            <a:off x="7391400" y="6553200"/>
            <a:ext cx="1752600" cy="304800"/>
          </a:xfrm>
          <a:prstGeom prst="rect">
            <a:avLst/>
          </a:prstGeom>
        </p:spPr>
        <p:txBody>
          <a:bodyPr vert="horz" lIns="91440" tIns="45720" rIns="91440" bIns="45720" rtlCol="1">
            <a:normAutofit fontScale="92500" lnSpcReduction="10000"/>
          </a:bodyPr>
          <a:lstStyle/>
          <a:p>
            <a:pPr marL="342900" indent="-342900">
              <a:spcBef>
                <a:spcPct val="20000"/>
              </a:spcBef>
            </a:pPr>
            <a:r>
              <a:rPr lang="ar-YE" sz="1600" b="1" dirty="0" smtClean="0">
                <a:solidFill>
                  <a:schemeClr val="accent1">
                    <a:lumMod val="75000"/>
                  </a:schemeClr>
                </a:solidFill>
              </a:rPr>
              <a:t>أ.حسن عبدالرقيب أسعد</a:t>
            </a:r>
            <a:endParaRPr lang="en-US" sz="1600" b="1" dirty="0" smtClean="0">
              <a:solidFill>
                <a:schemeClr val="accent1">
                  <a:lumMod val="75000"/>
                </a:schemeClr>
              </a:solidFill>
            </a:endParaRPr>
          </a:p>
          <a:p>
            <a:pPr marL="342900" marR="0" lvl="0" indent="-342900" algn="l" defTabSz="914400" rtl="1" eaLnBrk="1" fontAlgn="auto" latinLnBrk="0" hangingPunct="1">
              <a:lnSpc>
                <a:spcPct val="100000"/>
              </a:lnSpc>
              <a:spcBef>
                <a:spcPct val="20000"/>
              </a:spcBef>
              <a:spcAft>
                <a:spcPts val="0"/>
              </a:spcAft>
              <a:buClrTx/>
              <a:buSzTx/>
              <a:tabLst/>
              <a:defRPr/>
            </a:pPr>
            <a:endParaRPr kumimoji="0" lang="ar-YE" sz="1600" b="0" i="0" u="none" strike="noStrike" kern="1200" cap="none" spc="0" normalizeH="0" baseline="0" noProof="0" dirty="0">
              <a:ln>
                <a:noFill/>
              </a:ln>
              <a:solidFill>
                <a:schemeClr val="accent1">
                  <a:lumMod val="75000"/>
                </a:schemeClr>
              </a:solidFill>
              <a:effectLst/>
              <a:uLnTx/>
              <a:uFillTx/>
              <a:latin typeface="+mj-lt"/>
              <a:ea typeface="+mn-ea"/>
              <a:cs typeface="+mn-cs"/>
            </a:endParaRPr>
          </a:p>
        </p:txBody>
      </p:sp>
      <p:sp>
        <p:nvSpPr>
          <p:cNvPr id="9" name="Rectangle 8"/>
          <p:cNvSpPr/>
          <p:nvPr/>
        </p:nvSpPr>
        <p:spPr>
          <a:xfrm>
            <a:off x="6133800" y="914400"/>
            <a:ext cx="2350323" cy="369332"/>
          </a:xfrm>
          <a:prstGeom prst="rect">
            <a:avLst/>
          </a:prstGeom>
        </p:spPr>
        <p:txBody>
          <a:bodyPr wrap="none">
            <a:spAutoFit/>
          </a:bodyPr>
          <a:lstStyle/>
          <a:p>
            <a:r>
              <a:rPr lang="ar-YE" b="1" dirty="0" smtClean="0">
                <a:solidFill>
                  <a:srgbClr val="C00000"/>
                </a:solidFill>
              </a:rPr>
              <a:t>أولاَ: اعدادها الجهاز الرئيسي</a:t>
            </a:r>
            <a:endParaRPr lang="ar-YE" dirty="0"/>
          </a:p>
        </p:txBody>
      </p:sp>
      <p:pic>
        <p:nvPicPr>
          <p:cNvPr id="43010" name="Picture 2" descr="home or work settings"/>
          <p:cNvPicPr>
            <a:picLocks noChangeAspect="1" noChangeArrowheads="1"/>
          </p:cNvPicPr>
          <p:nvPr/>
        </p:nvPicPr>
        <p:blipFill>
          <a:blip r:embed="rId2"/>
          <a:srcRect/>
          <a:stretch>
            <a:fillRect/>
          </a:stretch>
        </p:blipFill>
        <p:spPr bwMode="auto">
          <a:xfrm>
            <a:off x="457200" y="1295400"/>
            <a:ext cx="8229600" cy="5181600"/>
          </a:xfrm>
          <a:prstGeom prst="rect">
            <a:avLst/>
          </a:prstGeom>
          <a:noFill/>
        </p:spPr>
      </p:pic>
      <p:sp>
        <p:nvSpPr>
          <p:cNvPr id="10" name="TextBox 9"/>
          <p:cNvSpPr txBox="1"/>
          <p:nvPr/>
        </p:nvSpPr>
        <p:spPr>
          <a:xfrm>
            <a:off x="4495800" y="4267200"/>
            <a:ext cx="4572000" cy="923330"/>
          </a:xfrm>
          <a:prstGeom prst="rect">
            <a:avLst/>
          </a:prstGeom>
          <a:noFill/>
          <a:ln>
            <a:solidFill>
              <a:srgbClr val="FF0000"/>
            </a:solidFill>
          </a:ln>
        </p:spPr>
        <p:txBody>
          <a:bodyPr wrap="square" rtlCol="0">
            <a:spAutoFit/>
          </a:bodyPr>
          <a:lstStyle/>
          <a:p>
            <a:pPr algn="l"/>
            <a:r>
              <a:rPr lang="en-US" b="1" dirty="0" smtClean="0"/>
              <a:t>You will want to verify the following settings under Advanced Sharing Settings for the Home or Work and Public profile.</a:t>
            </a:r>
          </a:p>
        </p:txBody>
      </p:sp>
      <p:sp>
        <p:nvSpPr>
          <p:cNvPr id="11" name="Rectangle 10"/>
          <p:cNvSpPr/>
          <p:nvPr/>
        </p:nvSpPr>
        <p:spPr>
          <a:xfrm>
            <a:off x="838200" y="3581400"/>
            <a:ext cx="3581400" cy="12192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457200" y="-152400"/>
            <a:ext cx="8229600" cy="1219200"/>
          </a:xfrm>
        </p:spPr>
        <p:txBody>
          <a:bodyPr/>
          <a:lstStyle/>
          <a:p>
            <a:pPr algn="r"/>
            <a:r>
              <a:rPr lang="en-US" dirty="0" smtClean="0">
                <a:solidFill>
                  <a:schemeClr val="tx2">
                    <a:lumMod val="75000"/>
                  </a:schemeClr>
                </a:solidFill>
                <a:latin typeface="Arabic Typesetting" pitchFamily="66" charset="-78"/>
                <a:cs typeface="Arabic Typesetting" pitchFamily="66" charset="-78"/>
              </a:rPr>
              <a:t>Sharing printer</a:t>
            </a:r>
            <a:endParaRPr lang="en-US" dirty="0">
              <a:solidFill>
                <a:schemeClr val="tx2">
                  <a:lumMod val="75000"/>
                </a:schemeClr>
              </a:solidFill>
              <a:latin typeface="Arabic Typesetting" pitchFamily="66" charset="-78"/>
              <a:cs typeface="Arabic Typesetting" pitchFamily="66" charset="-78"/>
            </a:endParaRPr>
          </a:p>
        </p:txBody>
      </p:sp>
      <p:grpSp>
        <p:nvGrpSpPr>
          <p:cNvPr id="2" name="Group 4"/>
          <p:cNvGrpSpPr/>
          <p:nvPr/>
        </p:nvGrpSpPr>
        <p:grpSpPr>
          <a:xfrm>
            <a:off x="5562600" y="685800"/>
            <a:ext cx="2971800" cy="76200"/>
            <a:chOff x="5562600" y="1066800"/>
            <a:chExt cx="2971800" cy="76200"/>
          </a:xfrm>
        </p:grpSpPr>
        <p:cxnSp>
          <p:nvCxnSpPr>
            <p:cNvPr id="6" name="Straight Connector 5"/>
            <p:cNvCxnSpPr/>
            <p:nvPr/>
          </p:nvCxnSpPr>
          <p:spPr>
            <a:xfrm flipH="1">
              <a:off x="5562600" y="1066800"/>
              <a:ext cx="29718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flipH="1">
              <a:off x="6096000" y="1143000"/>
              <a:ext cx="2438400" cy="0"/>
            </a:xfrm>
            <a:prstGeom prst="line">
              <a:avLst/>
            </a:prstGeom>
          </p:spPr>
          <p:style>
            <a:lnRef idx="1">
              <a:schemeClr val="accent1"/>
            </a:lnRef>
            <a:fillRef idx="0">
              <a:schemeClr val="accent1"/>
            </a:fillRef>
            <a:effectRef idx="0">
              <a:schemeClr val="accent1"/>
            </a:effectRef>
            <a:fontRef idx="minor">
              <a:schemeClr val="tx1"/>
            </a:fontRef>
          </p:style>
        </p:cxnSp>
      </p:grpSp>
      <p:sp>
        <p:nvSpPr>
          <p:cNvPr id="8" name="Subtitle 2"/>
          <p:cNvSpPr txBox="1">
            <a:spLocks/>
          </p:cNvSpPr>
          <p:nvPr/>
        </p:nvSpPr>
        <p:spPr>
          <a:xfrm>
            <a:off x="7391400" y="6553200"/>
            <a:ext cx="1752600" cy="304800"/>
          </a:xfrm>
          <a:prstGeom prst="rect">
            <a:avLst/>
          </a:prstGeom>
        </p:spPr>
        <p:txBody>
          <a:bodyPr vert="horz" lIns="91440" tIns="45720" rIns="91440" bIns="45720" rtlCol="1">
            <a:normAutofit fontScale="92500" lnSpcReduction="10000"/>
          </a:bodyPr>
          <a:lstStyle/>
          <a:p>
            <a:pPr marL="342900" indent="-342900">
              <a:spcBef>
                <a:spcPct val="20000"/>
              </a:spcBef>
            </a:pPr>
            <a:r>
              <a:rPr lang="ar-YE" sz="1600" b="1" dirty="0" smtClean="0">
                <a:solidFill>
                  <a:schemeClr val="accent1">
                    <a:lumMod val="75000"/>
                  </a:schemeClr>
                </a:solidFill>
              </a:rPr>
              <a:t>أ.حسن عبدالرقيب أسعد</a:t>
            </a:r>
            <a:endParaRPr lang="en-US" sz="1600" b="1" dirty="0" smtClean="0">
              <a:solidFill>
                <a:schemeClr val="accent1">
                  <a:lumMod val="75000"/>
                </a:schemeClr>
              </a:solidFill>
            </a:endParaRPr>
          </a:p>
          <a:p>
            <a:pPr marL="342900" marR="0" lvl="0" indent="-342900" algn="l" defTabSz="914400" rtl="1" eaLnBrk="1" fontAlgn="auto" latinLnBrk="0" hangingPunct="1">
              <a:lnSpc>
                <a:spcPct val="100000"/>
              </a:lnSpc>
              <a:spcBef>
                <a:spcPct val="20000"/>
              </a:spcBef>
              <a:spcAft>
                <a:spcPts val="0"/>
              </a:spcAft>
              <a:buClrTx/>
              <a:buSzTx/>
              <a:tabLst/>
              <a:defRPr/>
            </a:pPr>
            <a:endParaRPr kumimoji="0" lang="ar-YE" sz="1600" b="0" i="0" u="none" strike="noStrike" kern="1200" cap="none" spc="0" normalizeH="0" baseline="0" noProof="0" dirty="0">
              <a:ln>
                <a:noFill/>
              </a:ln>
              <a:solidFill>
                <a:schemeClr val="accent1">
                  <a:lumMod val="75000"/>
                </a:schemeClr>
              </a:solidFill>
              <a:effectLst/>
              <a:uLnTx/>
              <a:uFillTx/>
              <a:latin typeface="+mj-lt"/>
              <a:ea typeface="+mn-ea"/>
              <a:cs typeface="+mn-cs"/>
            </a:endParaRPr>
          </a:p>
        </p:txBody>
      </p:sp>
      <p:sp>
        <p:nvSpPr>
          <p:cNvPr id="9" name="Rectangle 8"/>
          <p:cNvSpPr/>
          <p:nvPr/>
        </p:nvSpPr>
        <p:spPr>
          <a:xfrm>
            <a:off x="6133800" y="914400"/>
            <a:ext cx="2350323" cy="369332"/>
          </a:xfrm>
          <a:prstGeom prst="rect">
            <a:avLst/>
          </a:prstGeom>
        </p:spPr>
        <p:txBody>
          <a:bodyPr wrap="none">
            <a:spAutoFit/>
          </a:bodyPr>
          <a:lstStyle/>
          <a:p>
            <a:r>
              <a:rPr lang="ar-YE" b="1" dirty="0" smtClean="0">
                <a:solidFill>
                  <a:srgbClr val="C00000"/>
                </a:solidFill>
              </a:rPr>
              <a:t>أولاَ: اعدادها الجهاز الرئيسي</a:t>
            </a:r>
            <a:endParaRPr lang="ar-YE" dirty="0"/>
          </a:p>
        </p:txBody>
      </p:sp>
      <p:pic>
        <p:nvPicPr>
          <p:cNvPr id="1026" name="Picture 2" descr="devices"/>
          <p:cNvPicPr>
            <a:picLocks noChangeAspect="1" noChangeArrowheads="1"/>
          </p:cNvPicPr>
          <p:nvPr/>
        </p:nvPicPr>
        <p:blipFill>
          <a:blip r:embed="rId2"/>
          <a:srcRect/>
          <a:stretch>
            <a:fillRect/>
          </a:stretch>
        </p:blipFill>
        <p:spPr bwMode="auto">
          <a:xfrm>
            <a:off x="457200" y="1219200"/>
            <a:ext cx="7620000" cy="5400675"/>
          </a:xfrm>
          <a:prstGeom prst="rect">
            <a:avLst/>
          </a:prstGeom>
          <a:noFill/>
        </p:spPr>
      </p:pic>
      <p:sp>
        <p:nvSpPr>
          <p:cNvPr id="10" name="TextBox 9"/>
          <p:cNvSpPr txBox="1"/>
          <p:nvPr/>
        </p:nvSpPr>
        <p:spPr>
          <a:xfrm>
            <a:off x="2819400" y="4343400"/>
            <a:ext cx="4419600" cy="646331"/>
          </a:xfrm>
          <a:prstGeom prst="rect">
            <a:avLst/>
          </a:prstGeom>
          <a:noFill/>
        </p:spPr>
        <p:txBody>
          <a:bodyPr wrap="square" rtlCol="0">
            <a:spAutoFit/>
          </a:bodyPr>
          <a:lstStyle/>
          <a:p>
            <a:pPr algn="l"/>
            <a:r>
              <a:rPr lang="en-US" dirty="0" smtClean="0"/>
              <a:t>go into Devices and Printers from the Start menu and double click on the printer icon.</a:t>
            </a:r>
            <a:endParaRPr lang="en-US" dirty="0"/>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457200" y="-152400"/>
            <a:ext cx="8229600" cy="1219200"/>
          </a:xfrm>
        </p:spPr>
        <p:txBody>
          <a:bodyPr/>
          <a:lstStyle/>
          <a:p>
            <a:pPr algn="r"/>
            <a:r>
              <a:rPr lang="en-US" dirty="0" smtClean="0">
                <a:solidFill>
                  <a:schemeClr val="tx2">
                    <a:lumMod val="75000"/>
                  </a:schemeClr>
                </a:solidFill>
                <a:latin typeface="Arabic Typesetting" pitchFamily="66" charset="-78"/>
                <a:cs typeface="Arabic Typesetting" pitchFamily="66" charset="-78"/>
              </a:rPr>
              <a:t>Sharing printer</a:t>
            </a:r>
            <a:endParaRPr lang="en-US" dirty="0">
              <a:solidFill>
                <a:schemeClr val="tx2">
                  <a:lumMod val="75000"/>
                </a:schemeClr>
              </a:solidFill>
              <a:latin typeface="Arabic Typesetting" pitchFamily="66" charset="-78"/>
              <a:cs typeface="Arabic Typesetting" pitchFamily="66" charset="-78"/>
            </a:endParaRPr>
          </a:p>
        </p:txBody>
      </p:sp>
      <p:grpSp>
        <p:nvGrpSpPr>
          <p:cNvPr id="2" name="Group 4"/>
          <p:cNvGrpSpPr/>
          <p:nvPr/>
        </p:nvGrpSpPr>
        <p:grpSpPr>
          <a:xfrm>
            <a:off x="5562600" y="685800"/>
            <a:ext cx="2971800" cy="76200"/>
            <a:chOff x="5562600" y="1066800"/>
            <a:chExt cx="2971800" cy="76200"/>
          </a:xfrm>
        </p:grpSpPr>
        <p:cxnSp>
          <p:nvCxnSpPr>
            <p:cNvPr id="6" name="Straight Connector 5"/>
            <p:cNvCxnSpPr/>
            <p:nvPr/>
          </p:nvCxnSpPr>
          <p:spPr>
            <a:xfrm flipH="1">
              <a:off x="5562600" y="1066800"/>
              <a:ext cx="29718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flipH="1">
              <a:off x="6096000" y="1143000"/>
              <a:ext cx="2438400" cy="0"/>
            </a:xfrm>
            <a:prstGeom prst="line">
              <a:avLst/>
            </a:prstGeom>
          </p:spPr>
          <p:style>
            <a:lnRef idx="1">
              <a:schemeClr val="accent1"/>
            </a:lnRef>
            <a:fillRef idx="0">
              <a:schemeClr val="accent1"/>
            </a:fillRef>
            <a:effectRef idx="0">
              <a:schemeClr val="accent1"/>
            </a:effectRef>
            <a:fontRef idx="minor">
              <a:schemeClr val="tx1"/>
            </a:fontRef>
          </p:style>
        </p:cxnSp>
      </p:grpSp>
      <p:sp>
        <p:nvSpPr>
          <p:cNvPr id="8" name="Subtitle 2"/>
          <p:cNvSpPr txBox="1">
            <a:spLocks/>
          </p:cNvSpPr>
          <p:nvPr/>
        </p:nvSpPr>
        <p:spPr>
          <a:xfrm>
            <a:off x="7391400" y="6553200"/>
            <a:ext cx="1752600" cy="304800"/>
          </a:xfrm>
          <a:prstGeom prst="rect">
            <a:avLst/>
          </a:prstGeom>
        </p:spPr>
        <p:txBody>
          <a:bodyPr vert="horz" lIns="91440" tIns="45720" rIns="91440" bIns="45720" rtlCol="1">
            <a:normAutofit fontScale="92500" lnSpcReduction="10000"/>
          </a:bodyPr>
          <a:lstStyle/>
          <a:p>
            <a:pPr marL="342900" indent="-342900">
              <a:spcBef>
                <a:spcPct val="20000"/>
              </a:spcBef>
            </a:pPr>
            <a:r>
              <a:rPr lang="ar-YE" sz="1600" b="1" dirty="0" smtClean="0">
                <a:solidFill>
                  <a:schemeClr val="accent1">
                    <a:lumMod val="75000"/>
                  </a:schemeClr>
                </a:solidFill>
              </a:rPr>
              <a:t>أ.حسن عبدالرقيب أسعد</a:t>
            </a:r>
            <a:endParaRPr lang="en-US" sz="1600" b="1" dirty="0" smtClean="0">
              <a:solidFill>
                <a:schemeClr val="accent1">
                  <a:lumMod val="75000"/>
                </a:schemeClr>
              </a:solidFill>
            </a:endParaRPr>
          </a:p>
          <a:p>
            <a:pPr marL="342900" marR="0" lvl="0" indent="-342900" algn="l" defTabSz="914400" rtl="1" eaLnBrk="1" fontAlgn="auto" latinLnBrk="0" hangingPunct="1">
              <a:lnSpc>
                <a:spcPct val="100000"/>
              </a:lnSpc>
              <a:spcBef>
                <a:spcPct val="20000"/>
              </a:spcBef>
              <a:spcAft>
                <a:spcPts val="0"/>
              </a:spcAft>
              <a:buClrTx/>
              <a:buSzTx/>
              <a:tabLst/>
              <a:defRPr/>
            </a:pPr>
            <a:endParaRPr kumimoji="0" lang="ar-YE" sz="1600" b="0" i="0" u="none" strike="noStrike" kern="1200" cap="none" spc="0" normalizeH="0" baseline="0" noProof="0" dirty="0">
              <a:ln>
                <a:noFill/>
              </a:ln>
              <a:solidFill>
                <a:schemeClr val="accent1">
                  <a:lumMod val="75000"/>
                </a:schemeClr>
              </a:solidFill>
              <a:effectLst/>
              <a:uLnTx/>
              <a:uFillTx/>
              <a:latin typeface="+mj-lt"/>
              <a:ea typeface="+mn-ea"/>
              <a:cs typeface="+mn-cs"/>
            </a:endParaRPr>
          </a:p>
        </p:txBody>
      </p:sp>
      <p:sp>
        <p:nvSpPr>
          <p:cNvPr id="9" name="Rectangle 8"/>
          <p:cNvSpPr/>
          <p:nvPr/>
        </p:nvSpPr>
        <p:spPr>
          <a:xfrm>
            <a:off x="6133800" y="914400"/>
            <a:ext cx="2350323" cy="369332"/>
          </a:xfrm>
          <a:prstGeom prst="rect">
            <a:avLst/>
          </a:prstGeom>
        </p:spPr>
        <p:txBody>
          <a:bodyPr wrap="none">
            <a:spAutoFit/>
          </a:bodyPr>
          <a:lstStyle/>
          <a:p>
            <a:r>
              <a:rPr lang="ar-YE" b="1" dirty="0" smtClean="0">
                <a:solidFill>
                  <a:srgbClr val="C00000"/>
                </a:solidFill>
              </a:rPr>
              <a:t>أولاَ: اعدادها الجهاز الرئيسي</a:t>
            </a:r>
            <a:endParaRPr lang="ar-YE" dirty="0"/>
          </a:p>
        </p:txBody>
      </p:sp>
      <p:pic>
        <p:nvPicPr>
          <p:cNvPr id="41986" name="Picture 2" descr="1 Printer"/>
          <p:cNvPicPr>
            <a:picLocks noChangeAspect="1" noChangeArrowheads="1"/>
          </p:cNvPicPr>
          <p:nvPr/>
        </p:nvPicPr>
        <p:blipFill>
          <a:blip r:embed="rId2"/>
          <a:srcRect/>
          <a:stretch>
            <a:fillRect/>
          </a:stretch>
        </p:blipFill>
        <p:spPr bwMode="auto">
          <a:xfrm>
            <a:off x="533400" y="914400"/>
            <a:ext cx="7924800" cy="5400675"/>
          </a:xfrm>
          <a:prstGeom prst="rect">
            <a:avLst/>
          </a:prstGeom>
          <a:noFill/>
        </p:spPr>
      </p:pic>
      <p:sp>
        <p:nvSpPr>
          <p:cNvPr id="10" name="TextBox 9"/>
          <p:cNvSpPr txBox="1"/>
          <p:nvPr/>
        </p:nvSpPr>
        <p:spPr>
          <a:xfrm>
            <a:off x="3505200" y="5029200"/>
            <a:ext cx="4419600" cy="646331"/>
          </a:xfrm>
          <a:prstGeom prst="rect">
            <a:avLst/>
          </a:prstGeom>
          <a:noFill/>
          <a:ln>
            <a:solidFill>
              <a:srgbClr val="FF0000"/>
            </a:solidFill>
          </a:ln>
        </p:spPr>
        <p:txBody>
          <a:bodyPr wrap="square" rtlCol="0">
            <a:spAutoFit/>
          </a:bodyPr>
          <a:lstStyle/>
          <a:p>
            <a:pPr algn="l"/>
            <a:r>
              <a:rPr lang="en-US" dirty="0" smtClean="0"/>
              <a:t>go into Devices and Printers from the Start menu and double click on the printer icon.</a:t>
            </a:r>
            <a:endParaRPr lang="en-US" dirty="0"/>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457200" y="-152400"/>
            <a:ext cx="8229600" cy="1219200"/>
          </a:xfrm>
        </p:spPr>
        <p:txBody>
          <a:bodyPr/>
          <a:lstStyle/>
          <a:p>
            <a:pPr algn="r"/>
            <a:r>
              <a:rPr lang="en-US" dirty="0" smtClean="0">
                <a:solidFill>
                  <a:schemeClr val="tx2">
                    <a:lumMod val="75000"/>
                  </a:schemeClr>
                </a:solidFill>
                <a:latin typeface="Arabic Typesetting" pitchFamily="66" charset="-78"/>
                <a:cs typeface="Arabic Typesetting" pitchFamily="66" charset="-78"/>
              </a:rPr>
              <a:t>Sharing printer</a:t>
            </a:r>
            <a:endParaRPr lang="en-US" dirty="0">
              <a:solidFill>
                <a:schemeClr val="tx2">
                  <a:lumMod val="75000"/>
                </a:schemeClr>
              </a:solidFill>
              <a:latin typeface="Arabic Typesetting" pitchFamily="66" charset="-78"/>
              <a:cs typeface="Arabic Typesetting" pitchFamily="66" charset="-78"/>
            </a:endParaRPr>
          </a:p>
        </p:txBody>
      </p:sp>
      <p:grpSp>
        <p:nvGrpSpPr>
          <p:cNvPr id="2" name="Group 4"/>
          <p:cNvGrpSpPr/>
          <p:nvPr/>
        </p:nvGrpSpPr>
        <p:grpSpPr>
          <a:xfrm>
            <a:off x="5562600" y="685800"/>
            <a:ext cx="2971800" cy="76200"/>
            <a:chOff x="5562600" y="1066800"/>
            <a:chExt cx="2971800" cy="76200"/>
          </a:xfrm>
        </p:grpSpPr>
        <p:cxnSp>
          <p:nvCxnSpPr>
            <p:cNvPr id="6" name="Straight Connector 5"/>
            <p:cNvCxnSpPr/>
            <p:nvPr/>
          </p:nvCxnSpPr>
          <p:spPr>
            <a:xfrm flipH="1">
              <a:off x="5562600" y="1066800"/>
              <a:ext cx="29718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flipH="1">
              <a:off x="6096000" y="1143000"/>
              <a:ext cx="2438400" cy="0"/>
            </a:xfrm>
            <a:prstGeom prst="line">
              <a:avLst/>
            </a:prstGeom>
          </p:spPr>
          <p:style>
            <a:lnRef idx="1">
              <a:schemeClr val="accent1"/>
            </a:lnRef>
            <a:fillRef idx="0">
              <a:schemeClr val="accent1"/>
            </a:fillRef>
            <a:effectRef idx="0">
              <a:schemeClr val="accent1"/>
            </a:effectRef>
            <a:fontRef idx="minor">
              <a:schemeClr val="tx1"/>
            </a:fontRef>
          </p:style>
        </p:cxnSp>
      </p:grpSp>
      <p:sp>
        <p:nvSpPr>
          <p:cNvPr id="8" name="Subtitle 2"/>
          <p:cNvSpPr txBox="1">
            <a:spLocks/>
          </p:cNvSpPr>
          <p:nvPr/>
        </p:nvSpPr>
        <p:spPr>
          <a:xfrm>
            <a:off x="7391400" y="6553200"/>
            <a:ext cx="1752600" cy="304800"/>
          </a:xfrm>
          <a:prstGeom prst="rect">
            <a:avLst/>
          </a:prstGeom>
        </p:spPr>
        <p:txBody>
          <a:bodyPr vert="horz" lIns="91440" tIns="45720" rIns="91440" bIns="45720" rtlCol="1">
            <a:normAutofit fontScale="92500" lnSpcReduction="10000"/>
          </a:bodyPr>
          <a:lstStyle/>
          <a:p>
            <a:pPr marL="342900" indent="-342900">
              <a:spcBef>
                <a:spcPct val="20000"/>
              </a:spcBef>
            </a:pPr>
            <a:r>
              <a:rPr lang="ar-YE" sz="1600" b="1" dirty="0" smtClean="0">
                <a:solidFill>
                  <a:schemeClr val="accent1">
                    <a:lumMod val="75000"/>
                  </a:schemeClr>
                </a:solidFill>
              </a:rPr>
              <a:t>أ.حسن عبدالرقيب أسعد</a:t>
            </a:r>
            <a:endParaRPr lang="en-US" sz="1600" b="1" dirty="0" smtClean="0">
              <a:solidFill>
                <a:schemeClr val="accent1">
                  <a:lumMod val="75000"/>
                </a:schemeClr>
              </a:solidFill>
            </a:endParaRPr>
          </a:p>
          <a:p>
            <a:pPr marL="342900" marR="0" lvl="0" indent="-342900" algn="l" defTabSz="914400" rtl="1" eaLnBrk="1" fontAlgn="auto" latinLnBrk="0" hangingPunct="1">
              <a:lnSpc>
                <a:spcPct val="100000"/>
              </a:lnSpc>
              <a:spcBef>
                <a:spcPct val="20000"/>
              </a:spcBef>
              <a:spcAft>
                <a:spcPts val="0"/>
              </a:spcAft>
              <a:buClrTx/>
              <a:buSzTx/>
              <a:tabLst/>
              <a:defRPr/>
            </a:pPr>
            <a:endParaRPr kumimoji="0" lang="ar-YE" sz="1600" b="0" i="0" u="none" strike="noStrike" kern="1200" cap="none" spc="0" normalizeH="0" baseline="0" noProof="0" dirty="0">
              <a:ln>
                <a:noFill/>
              </a:ln>
              <a:solidFill>
                <a:schemeClr val="accent1">
                  <a:lumMod val="75000"/>
                </a:schemeClr>
              </a:solidFill>
              <a:effectLst/>
              <a:uLnTx/>
              <a:uFillTx/>
              <a:latin typeface="+mj-lt"/>
              <a:ea typeface="+mn-ea"/>
              <a:cs typeface="+mn-cs"/>
            </a:endParaRPr>
          </a:p>
        </p:txBody>
      </p:sp>
      <p:sp>
        <p:nvSpPr>
          <p:cNvPr id="9" name="Rectangle 8"/>
          <p:cNvSpPr/>
          <p:nvPr/>
        </p:nvSpPr>
        <p:spPr>
          <a:xfrm>
            <a:off x="6133800" y="914400"/>
            <a:ext cx="2350323" cy="369332"/>
          </a:xfrm>
          <a:prstGeom prst="rect">
            <a:avLst/>
          </a:prstGeom>
        </p:spPr>
        <p:txBody>
          <a:bodyPr wrap="none">
            <a:spAutoFit/>
          </a:bodyPr>
          <a:lstStyle/>
          <a:p>
            <a:r>
              <a:rPr lang="ar-YE" b="1" dirty="0" smtClean="0">
                <a:solidFill>
                  <a:srgbClr val="C00000"/>
                </a:solidFill>
              </a:rPr>
              <a:t>أولاَ: اعدادها الجهاز الرئيسي</a:t>
            </a:r>
            <a:endParaRPr lang="ar-YE" dirty="0"/>
          </a:p>
        </p:txBody>
      </p:sp>
      <p:pic>
        <p:nvPicPr>
          <p:cNvPr id="40962" name="Picture 2" descr="2 printer share"/>
          <p:cNvPicPr>
            <a:picLocks noChangeAspect="1" noChangeArrowheads="1"/>
          </p:cNvPicPr>
          <p:nvPr/>
        </p:nvPicPr>
        <p:blipFill>
          <a:blip r:embed="rId2"/>
          <a:srcRect/>
          <a:stretch>
            <a:fillRect/>
          </a:stretch>
        </p:blipFill>
        <p:spPr bwMode="auto">
          <a:xfrm>
            <a:off x="228600" y="228600"/>
            <a:ext cx="5410200" cy="6400800"/>
          </a:xfrm>
          <a:prstGeom prst="rect">
            <a:avLst/>
          </a:prstGeom>
          <a:noFill/>
        </p:spPr>
      </p:pic>
      <p:sp>
        <p:nvSpPr>
          <p:cNvPr id="10" name="TextBox 9"/>
          <p:cNvSpPr txBox="1"/>
          <p:nvPr/>
        </p:nvSpPr>
        <p:spPr>
          <a:xfrm>
            <a:off x="5562600" y="1600200"/>
            <a:ext cx="3429000" cy="1200329"/>
          </a:xfrm>
          <a:prstGeom prst="rect">
            <a:avLst/>
          </a:prstGeom>
          <a:noFill/>
          <a:ln>
            <a:solidFill>
              <a:srgbClr val="FF0000"/>
            </a:solidFill>
          </a:ln>
        </p:spPr>
        <p:txBody>
          <a:bodyPr wrap="square" rtlCol="0">
            <a:spAutoFit/>
          </a:bodyPr>
          <a:lstStyle/>
          <a:p>
            <a:pPr algn="l"/>
            <a:r>
              <a:rPr lang="en-US" dirty="0" smtClean="0"/>
              <a:t>In the Properties screen click on the Sharing Tab and check the box to share the printer and type in its share name.</a:t>
            </a:r>
            <a:endParaRPr lang="en-US"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16014</TotalTime>
  <Words>744</Words>
  <Application>Microsoft Office PowerPoint</Application>
  <PresentationFormat>On-screen Show (4:3)</PresentationFormat>
  <Paragraphs>163</Paragraphs>
  <Slides>30</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30</vt:i4>
      </vt:variant>
    </vt:vector>
  </HeadingPairs>
  <TitlesOfParts>
    <vt:vector size="35" baseType="lpstr">
      <vt:lpstr>Arabic Typesetting</vt:lpstr>
      <vt:lpstr>Arial</vt:lpstr>
      <vt:lpstr>Calibri</vt:lpstr>
      <vt:lpstr>Times New Roman</vt:lpstr>
      <vt:lpstr>Office Theme</vt:lpstr>
      <vt:lpstr>Network Topologies (BUS,STAR,RING) Chapter 4</vt:lpstr>
      <vt:lpstr>NetworksTopology</vt:lpstr>
      <vt:lpstr>Bus Topology</vt:lpstr>
      <vt:lpstr>Bus Topology</vt:lpstr>
      <vt:lpstr>StarTopology</vt:lpstr>
      <vt:lpstr>Star Topology</vt:lpstr>
      <vt:lpstr>Ring Topology</vt:lpstr>
      <vt:lpstr>Ring Topology</vt:lpstr>
      <vt:lpstr>MeshTopology</vt:lpstr>
      <vt:lpstr> Hybrid Topology</vt:lpstr>
      <vt:lpstr>تمرين</vt:lpstr>
      <vt:lpstr>PowerPoint Presentation</vt:lpstr>
      <vt:lpstr>Sharing printer</vt:lpstr>
      <vt:lpstr>Sharing printer</vt:lpstr>
      <vt:lpstr>Sharing printer</vt:lpstr>
      <vt:lpstr>Sharing printer</vt:lpstr>
      <vt:lpstr>Sharing printer</vt:lpstr>
      <vt:lpstr>Sharing printer</vt:lpstr>
      <vt:lpstr>Sharing printer</vt:lpstr>
      <vt:lpstr>Sharing printer</vt:lpstr>
      <vt:lpstr>Sharing printer</vt:lpstr>
      <vt:lpstr>Sharing printer</vt:lpstr>
      <vt:lpstr>Sharing printer</vt:lpstr>
      <vt:lpstr>Sharing printer</vt:lpstr>
      <vt:lpstr>PowerPoint Presentation</vt:lpstr>
      <vt:lpstr>Sharing printer</vt:lpstr>
      <vt:lpstr>Sharing printer</vt:lpstr>
      <vt:lpstr>Sharing printer</vt:lpstr>
      <vt:lpstr>Sharing printer</vt:lpstr>
      <vt:lpstr>Sharing printer</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Network</dc:title>
  <dc:creator>PC</dc:creator>
  <cp:lastModifiedBy>HASAN</cp:lastModifiedBy>
  <cp:revision>611</cp:revision>
  <dcterms:created xsi:type="dcterms:W3CDTF">2011-12-20T11:36:44Z</dcterms:created>
  <dcterms:modified xsi:type="dcterms:W3CDTF">2013-02-15T16:29:29Z</dcterms:modified>
</cp:coreProperties>
</file>