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 id="2147483658" r:id="rId3"/>
  </p:sldMasterIdLst>
  <p:notesMasterIdLst>
    <p:notesMasterId r:id="rId23"/>
  </p:notesMasterIdLst>
  <p:handoutMasterIdLst>
    <p:handoutMasterId r:id="rId24"/>
  </p:handoutMasterIdLst>
  <p:sldIdLst>
    <p:sldId id="300" r:id="rId4"/>
    <p:sldId id="257" r:id="rId5"/>
    <p:sldId id="259" r:id="rId6"/>
    <p:sldId id="260" r:id="rId7"/>
    <p:sldId id="261" r:id="rId8"/>
    <p:sldId id="262" r:id="rId9"/>
    <p:sldId id="303" r:id="rId10"/>
    <p:sldId id="301" r:id="rId11"/>
    <p:sldId id="287" r:id="rId12"/>
    <p:sldId id="302" r:id="rId13"/>
    <p:sldId id="304" r:id="rId14"/>
    <p:sldId id="265" r:id="rId15"/>
    <p:sldId id="288" r:id="rId16"/>
    <p:sldId id="296" r:id="rId17"/>
    <p:sldId id="266" r:id="rId18"/>
    <p:sldId id="267" r:id="rId19"/>
    <p:sldId id="269" r:id="rId20"/>
    <p:sldId id="274" r:id="rId21"/>
    <p:sldId id="305" r:id="rId22"/>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0C7B0"/>
    <a:srgbClr val="960E0E"/>
    <a:srgbClr val="730B0B"/>
    <a:srgbClr val="DCBFA4"/>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94737"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630" y="-8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cs typeface="+mn-cs"/>
              </a:defRPr>
            </a:lvl1pPr>
          </a:lstStyle>
          <a:p>
            <a:pPr>
              <a:defRPr/>
            </a:pPr>
            <a:fld id="{E7AC4C98-C2A1-4759-B533-22437A7FA247}" type="datetimeFigureOut">
              <a:rPr lang="en-US"/>
              <a:pPr>
                <a:defRPr/>
              </a:pPr>
              <a:t>10/23/2014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cs typeface="+mn-cs"/>
              </a:defRPr>
            </a:lvl1pPr>
          </a:lstStyle>
          <a:p>
            <a:pPr>
              <a:defRPr/>
            </a:pPr>
            <a:fld id="{E5116305-447C-46AA-AAF4-15085F0456BC}" type="slidenum">
              <a:rPr lang="en-US"/>
              <a:pPr>
                <a:defRPr/>
              </a:pPr>
              <a:t>‹#›</a:t>
            </a:fld>
            <a:endParaRPr lang="en-US"/>
          </a:p>
        </p:txBody>
      </p:sp>
    </p:spTree>
    <p:extLst>
      <p:ext uri="{BB962C8B-B14F-4D97-AF65-F5344CB8AC3E}">
        <p14:creationId xmlns:p14="http://schemas.microsoft.com/office/powerpoint/2010/main" val="3337810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B17E8A1A-D0DE-4DDD-8440-1CBA7D0C0E5E}" type="slidenum">
              <a:rPr lang="en-US"/>
              <a:pPr>
                <a:defRPr/>
              </a:pPr>
              <a:t>‹#›</a:t>
            </a:fld>
            <a:endParaRPr lang="en-US"/>
          </a:p>
        </p:txBody>
      </p:sp>
    </p:spTree>
    <p:extLst>
      <p:ext uri="{BB962C8B-B14F-4D97-AF65-F5344CB8AC3E}">
        <p14:creationId xmlns:p14="http://schemas.microsoft.com/office/powerpoint/2010/main" val="10379134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miter lim="800000"/>
            <a:headEnd/>
            <a:tailEnd/>
          </a:ln>
        </p:spPr>
        <p:txBody>
          <a:bodyPr/>
          <a:lstStyle/>
          <a:p>
            <a:fld id="{F9B4C03A-28A6-4BA5-BC3B-E6D303145471}" type="slidenum">
              <a:rPr lang="en-US" smtClean="0">
                <a:cs typeface="Arial" charset="0"/>
              </a:rPr>
              <a:pPr/>
              <a:t>1</a:t>
            </a:fld>
            <a:endParaRPr lang="en-US" smtClean="0">
              <a:cs typeface="Arial" charset="0"/>
            </a:endParaRPr>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836838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92150"/>
            <a:ext cx="4554538" cy="3416300"/>
          </a:xfrm>
          <a:ln/>
        </p:spPr>
      </p:sp>
      <p:sp>
        <p:nvSpPr>
          <p:cNvPr id="64515"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916804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D37C8B10-78F7-4779-B8BD-A98063B5EC0D}"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a:solidFill>
                <a:schemeClr val="tx1"/>
              </a:solidFill>
              <a:cs typeface="+mn-cs"/>
            </a:endParaRPr>
          </a:p>
        </p:txBody>
      </p:sp>
      <p:sp>
        <p:nvSpPr>
          <p:cNvPr id="9" name="Line 27"/>
          <p:cNvSpPr>
            <a:spLocks noChangeShapeType="1"/>
          </p:cNvSpPr>
          <p:nvPr userDrawn="1"/>
        </p:nvSpPr>
        <p:spPr bwMode="ltGray">
          <a:xfrm>
            <a:off x="8839200" y="0"/>
            <a:ext cx="0" cy="236220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grpSp>
        <p:nvGrpSpPr>
          <p:cNvPr id="10" name="Group 28"/>
          <p:cNvGrpSpPr>
            <a:grpSpLocks/>
          </p:cNvGrpSpPr>
          <p:nvPr userDrawn="1"/>
        </p:nvGrpSpPr>
        <p:grpSpPr bwMode="auto">
          <a:xfrm>
            <a:off x="414338" y="1416050"/>
            <a:ext cx="1784350" cy="2324100"/>
            <a:chOff x="96" y="916"/>
            <a:chExt cx="2208" cy="2876"/>
          </a:xfrm>
        </p:grpSpPr>
        <p:sp>
          <p:nvSpPr>
            <p:cNvPr id="11" name="Line 29"/>
            <p:cNvSpPr>
              <a:spLocks noChangeShapeType="1"/>
            </p:cNvSpPr>
            <p:nvPr userDrawn="1"/>
          </p:nvSpPr>
          <p:spPr bwMode="ltGray">
            <a:xfrm flipH="1">
              <a:off x="96" y="1038"/>
              <a:ext cx="22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2" name="Line 30"/>
            <p:cNvSpPr>
              <a:spLocks noChangeShapeType="1"/>
            </p:cNvSpPr>
            <p:nvPr userDrawn="1"/>
          </p:nvSpPr>
          <p:spPr bwMode="ltGray">
            <a:xfrm>
              <a:off x="336" y="920"/>
              <a:ext cx="0" cy="287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3" name="Arc 31"/>
            <p:cNvSpPr>
              <a:spLocks/>
            </p:cNvSpPr>
            <p:nvPr userDrawn="1"/>
          </p:nvSpPr>
          <p:spPr bwMode="ltGray">
            <a:xfrm flipH="1">
              <a:off x="218" y="916"/>
              <a:ext cx="238" cy="240"/>
            </a:xfrm>
            <a:custGeom>
              <a:avLst/>
              <a:gdLst>
                <a:gd name="T0" fmla="*/ 117 w 43195"/>
                <a:gd name="T1" fmla="*/ 0 h 43200"/>
                <a:gd name="T2" fmla="*/ 0 w 43195"/>
                <a:gd name="T3" fmla="*/ 122 h 43200"/>
                <a:gd name="T4" fmla="*/ 119 w 43195"/>
                <a:gd name="T5" fmla="*/ 12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Date Placeholder 4"/>
          <p:cNvSpPr>
            <a:spLocks noGrp="1"/>
          </p:cNvSpPr>
          <p:nvPr>
            <p:ph type="dt" sz="half" idx="10"/>
          </p:nvPr>
        </p:nvSpPr>
        <p:spPr>
          <a:xfrm>
            <a:off x="4791075" y="6481763"/>
            <a:ext cx="2133600" cy="301625"/>
          </a:xfrm>
        </p:spPr>
        <p:txBody>
          <a:bodyPr/>
          <a:lstStyle>
            <a:lvl1pPr>
              <a:defRPr/>
            </a:lvl1pPr>
          </a:lstStyle>
          <a:p>
            <a:pPr>
              <a:defRPr/>
            </a:pPr>
            <a:endParaRPr lang="en-US"/>
          </a:p>
        </p:txBody>
      </p:sp>
      <p:sp>
        <p:nvSpPr>
          <p:cNvPr id="15"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6" name="Slide Number Placeholder 6"/>
          <p:cNvSpPr>
            <a:spLocks noGrp="1"/>
          </p:cNvSpPr>
          <p:nvPr>
            <p:ph type="sldNum" sz="quarter" idx="12"/>
          </p:nvPr>
        </p:nvSpPr>
        <p:spPr/>
        <p:txBody>
          <a:bodyPr/>
          <a:lstStyle>
            <a:lvl1pPr>
              <a:defRPr/>
            </a:lvl1pPr>
          </a:lstStyle>
          <a:p>
            <a:pPr>
              <a:defRPr/>
            </a:pPr>
            <a:fld id="{6093DA0A-7BD6-4656-8612-913BD7FD6768}"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a:lvl1pPr>
          </a:lstStyle>
          <a:p>
            <a:pPr>
              <a:defRPr/>
            </a:pPr>
            <a:fld id="{3C552753-C840-4EBB-BBDE-EAD82E0CB43B}"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smtClean="0"/>
              <a:t>Copyright © 2015Pearson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32B382FE-7034-4A23-9FA8-13C98F00C78E}"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3"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4"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a:solidFill>
                <a:schemeClr val="tx1"/>
              </a:solidFill>
              <a:cs typeface="+mn-cs"/>
            </a:endParaRPr>
          </a:p>
        </p:txBody>
      </p:sp>
      <p:sp>
        <p:nvSpPr>
          <p:cNvPr id="6" name="Line 27"/>
          <p:cNvSpPr>
            <a:spLocks noChangeShapeType="1"/>
          </p:cNvSpPr>
          <p:nvPr userDrawn="1"/>
        </p:nvSpPr>
        <p:spPr bwMode="ltGray">
          <a:xfrm>
            <a:off x="8839200" y="0"/>
            <a:ext cx="0" cy="236220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grpSp>
        <p:nvGrpSpPr>
          <p:cNvPr id="7" name="Group 28"/>
          <p:cNvGrpSpPr>
            <a:grpSpLocks/>
          </p:cNvGrpSpPr>
          <p:nvPr userDrawn="1"/>
        </p:nvGrpSpPr>
        <p:grpSpPr bwMode="auto">
          <a:xfrm>
            <a:off x="414338" y="1416050"/>
            <a:ext cx="1784350" cy="2324100"/>
            <a:chOff x="96" y="916"/>
            <a:chExt cx="2208" cy="2876"/>
          </a:xfrm>
        </p:grpSpPr>
        <p:sp>
          <p:nvSpPr>
            <p:cNvPr id="8" name="Line 29"/>
            <p:cNvSpPr>
              <a:spLocks noChangeShapeType="1"/>
            </p:cNvSpPr>
            <p:nvPr userDrawn="1"/>
          </p:nvSpPr>
          <p:spPr bwMode="ltGray">
            <a:xfrm flipH="1">
              <a:off x="96" y="1038"/>
              <a:ext cx="22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9" name="Line 30"/>
            <p:cNvSpPr>
              <a:spLocks noChangeShapeType="1"/>
            </p:cNvSpPr>
            <p:nvPr userDrawn="1"/>
          </p:nvSpPr>
          <p:spPr bwMode="ltGray">
            <a:xfrm>
              <a:off x="336" y="920"/>
              <a:ext cx="0" cy="287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0" name="Arc 31"/>
            <p:cNvSpPr>
              <a:spLocks/>
            </p:cNvSpPr>
            <p:nvPr userDrawn="1"/>
          </p:nvSpPr>
          <p:spPr bwMode="ltGray">
            <a:xfrm flipH="1">
              <a:off x="218" y="916"/>
              <a:ext cx="238" cy="240"/>
            </a:xfrm>
            <a:custGeom>
              <a:avLst/>
              <a:gdLst>
                <a:gd name="T0" fmla="*/ 117 w 43195"/>
                <a:gd name="T1" fmla="*/ 0 h 43200"/>
                <a:gd name="T2" fmla="*/ 0 w 43195"/>
                <a:gd name="T3" fmla="*/ 122 h 43200"/>
                <a:gd name="T4" fmla="*/ 119 w 43195"/>
                <a:gd name="T5" fmla="*/ 12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
        <p:nvSpPr>
          <p:cNvPr id="11" name="Date Placeholder 1"/>
          <p:cNvSpPr>
            <a:spLocks noGrp="1"/>
          </p:cNvSpPr>
          <p:nvPr>
            <p:ph type="dt" sz="half" idx="10"/>
          </p:nvPr>
        </p:nvSpPr>
        <p:spPr>
          <a:xfrm>
            <a:off x="4791075" y="6481763"/>
            <a:ext cx="2133600" cy="301625"/>
          </a:xfrm>
        </p:spPr>
        <p:txBody>
          <a:bodyPr/>
          <a:lstStyle>
            <a:lvl1pPr>
              <a:defRPr/>
            </a:lvl1pPr>
          </a:lstStyle>
          <a:p>
            <a:pPr>
              <a:defRPr/>
            </a:pPr>
            <a:endParaRPr lang="en-US"/>
          </a:p>
        </p:txBody>
      </p:sp>
      <p:sp>
        <p:nvSpPr>
          <p:cNvPr id="12" name="Footer Placeholder 2"/>
          <p:cNvSpPr>
            <a:spLocks noGrp="1"/>
          </p:cNvSpPr>
          <p:nvPr>
            <p:ph type="ftr" sz="quarter" idx="11"/>
          </p:nvPr>
        </p:nvSpPr>
        <p:spPr/>
        <p:txBody>
          <a:bodyPr/>
          <a:lstStyle>
            <a:lvl1pPr>
              <a:defRPr/>
            </a:lvl1pPr>
          </a:lstStyle>
          <a:p>
            <a:pPr>
              <a:defRPr/>
            </a:pPr>
            <a:r>
              <a:rPr lang="en-US" dirty="0" smtClean="0"/>
              <a:t>Copyright © 2015Pearson Education, Inc. Publishing as Prentice Hall</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C2AB872A-691A-4A16-BC3E-36F8FFF9B462}"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a:lvl1pPr>
          </a:lstStyle>
          <a:p>
            <a:pPr>
              <a:defRPr/>
            </a:pPr>
            <a:fld id="{48FE6773-38DE-4E63-9C0C-038BBDD5098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a:lvl1pPr>
          </a:lstStyle>
          <a:p>
            <a:pPr>
              <a:defRPr/>
            </a:pPr>
            <a:fld id="{E05FECE2-7C9F-497A-BF96-18A2A741351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2B5E050D-BF9B-4EF1-9056-C5791C9807A2}"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E7BECB73-F571-4B2B-ABCC-99CB5B288BAC}"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27"/>
          <p:cNvSpPr>
            <a:spLocks noGrp="1"/>
          </p:cNvSpPr>
          <p:nvPr>
            <p:ph type="dt" sz="half" idx="10"/>
          </p:nvPr>
        </p:nvSpPr>
        <p:spPr/>
        <p:txBody>
          <a:bodyPr/>
          <a:lstStyle>
            <a:lvl1pPr>
              <a:defRPr/>
            </a:lvl1pPr>
          </a:lstStyle>
          <a:p>
            <a:pPr>
              <a:defRPr/>
            </a:pPr>
            <a:endParaRPr lang="en-US"/>
          </a:p>
        </p:txBody>
      </p:sp>
      <p:sp>
        <p:nvSpPr>
          <p:cNvPr id="5"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8"/>
          <p:cNvSpPr>
            <a:spLocks noGrp="1"/>
          </p:cNvSpPr>
          <p:nvPr>
            <p:ph type="sldNum" sz="quarter" idx="12"/>
          </p:nvPr>
        </p:nvSpPr>
        <p:spPr/>
        <p:txBody>
          <a:bodyPr/>
          <a:lstStyle>
            <a:lvl1pPr>
              <a:defRPr/>
            </a:lvl1pPr>
          </a:lstStyle>
          <a:p>
            <a:pPr>
              <a:defRPr/>
            </a:pPr>
            <a:fld id="{428A3BC3-3518-4AC1-A913-816A27FA9643}"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7"/>
          <p:cNvSpPr>
            <a:spLocks noGrp="1"/>
          </p:cNvSpPr>
          <p:nvPr>
            <p:ph type="dt" sz="half" idx="10"/>
          </p:nvPr>
        </p:nvSpPr>
        <p:spPr/>
        <p:txBody>
          <a:bodyPr/>
          <a:lstStyle>
            <a:lvl1pPr>
              <a:defRPr/>
            </a:lvl1pPr>
          </a:lstStyle>
          <a:p>
            <a:pPr>
              <a:defRPr/>
            </a:pPr>
            <a:endParaRPr lang="en-US"/>
          </a:p>
        </p:txBody>
      </p:sp>
      <p:sp>
        <p:nvSpPr>
          <p:cNvPr id="5"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8"/>
          <p:cNvSpPr>
            <a:spLocks noGrp="1"/>
          </p:cNvSpPr>
          <p:nvPr>
            <p:ph type="sldNum" sz="quarter" idx="12"/>
          </p:nvPr>
        </p:nvSpPr>
        <p:spPr/>
        <p:txBody>
          <a:bodyPr/>
          <a:lstStyle>
            <a:lvl1pPr>
              <a:defRPr/>
            </a:lvl1pPr>
          </a:lstStyle>
          <a:p>
            <a:pPr>
              <a:defRPr/>
            </a:pPr>
            <a:fld id="{CE0CDF91-C7F6-4EE7-A153-35DF9D7B03C5}"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27"/>
          <p:cNvSpPr>
            <a:spLocks noGrp="1"/>
          </p:cNvSpPr>
          <p:nvPr>
            <p:ph type="dt" sz="half" idx="10"/>
          </p:nvPr>
        </p:nvSpPr>
        <p:spPr/>
        <p:txBody>
          <a:bodyPr/>
          <a:lstStyle>
            <a:lvl1pPr>
              <a:defRPr/>
            </a:lvl1pPr>
          </a:lstStyle>
          <a:p>
            <a:pPr>
              <a:defRPr/>
            </a:pPr>
            <a:endParaRPr lang="en-US"/>
          </a:p>
        </p:txBody>
      </p:sp>
      <p:sp>
        <p:nvSpPr>
          <p:cNvPr id="5"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8"/>
          <p:cNvSpPr>
            <a:spLocks noGrp="1"/>
          </p:cNvSpPr>
          <p:nvPr>
            <p:ph type="sldNum" sz="quarter" idx="12"/>
          </p:nvPr>
        </p:nvSpPr>
        <p:spPr/>
        <p:txBody>
          <a:bodyPr/>
          <a:lstStyle>
            <a:lvl1pPr>
              <a:defRPr/>
            </a:lvl1pPr>
          </a:lstStyle>
          <a:p>
            <a:pPr>
              <a:defRPr/>
            </a:pPr>
            <a:fld id="{AFFC0D7F-E071-402D-8544-24F94911FB83}"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82775"/>
            <a:ext cx="4038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82775"/>
            <a:ext cx="4038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7"/>
          <p:cNvSpPr>
            <a:spLocks noGrp="1"/>
          </p:cNvSpPr>
          <p:nvPr>
            <p:ph type="dt" sz="half" idx="10"/>
          </p:nvPr>
        </p:nvSpPr>
        <p:spPr/>
        <p:txBody>
          <a:bodyPr/>
          <a:lstStyle>
            <a:lvl1pPr>
              <a:defRPr/>
            </a:lvl1pPr>
          </a:lstStyle>
          <a:p>
            <a:pPr>
              <a:defRPr/>
            </a:pPr>
            <a:endParaRPr lang="en-US"/>
          </a:p>
        </p:txBody>
      </p:sp>
      <p:sp>
        <p:nvSpPr>
          <p:cNvPr id="6"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28"/>
          <p:cNvSpPr>
            <a:spLocks noGrp="1"/>
          </p:cNvSpPr>
          <p:nvPr>
            <p:ph type="sldNum" sz="quarter" idx="12"/>
          </p:nvPr>
        </p:nvSpPr>
        <p:spPr/>
        <p:txBody>
          <a:bodyPr/>
          <a:lstStyle>
            <a:lvl1pPr>
              <a:defRPr/>
            </a:lvl1pPr>
          </a:lstStyle>
          <a:p>
            <a:pPr>
              <a:defRPr/>
            </a:pPr>
            <a:fld id="{54A1D312-2DD8-44CB-A9E0-4C2FB095A088}"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7"/>
          <p:cNvSpPr>
            <a:spLocks noGrp="1"/>
          </p:cNvSpPr>
          <p:nvPr>
            <p:ph type="dt" sz="half" idx="10"/>
          </p:nvPr>
        </p:nvSpPr>
        <p:spPr/>
        <p:txBody>
          <a:bodyPr/>
          <a:lstStyle>
            <a:lvl1pPr>
              <a:defRPr/>
            </a:lvl1pPr>
          </a:lstStyle>
          <a:p>
            <a:pPr>
              <a:defRPr/>
            </a:pPr>
            <a:endParaRPr lang="en-US"/>
          </a:p>
        </p:txBody>
      </p:sp>
      <p:sp>
        <p:nvSpPr>
          <p:cNvPr id="8"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28"/>
          <p:cNvSpPr>
            <a:spLocks noGrp="1"/>
          </p:cNvSpPr>
          <p:nvPr>
            <p:ph type="sldNum" sz="quarter" idx="12"/>
          </p:nvPr>
        </p:nvSpPr>
        <p:spPr/>
        <p:txBody>
          <a:bodyPr/>
          <a:lstStyle>
            <a:lvl1pPr>
              <a:defRPr/>
            </a:lvl1pPr>
          </a:lstStyle>
          <a:p>
            <a:pPr>
              <a:defRPr/>
            </a:pPr>
            <a:fld id="{A78E2B8C-38C2-497B-A676-6306203EED60}"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7"/>
          <p:cNvSpPr>
            <a:spLocks noGrp="1"/>
          </p:cNvSpPr>
          <p:nvPr>
            <p:ph type="dt" sz="half" idx="10"/>
          </p:nvPr>
        </p:nvSpPr>
        <p:spPr/>
        <p:txBody>
          <a:bodyPr/>
          <a:lstStyle>
            <a:lvl1pPr>
              <a:defRPr/>
            </a:lvl1pPr>
          </a:lstStyle>
          <a:p>
            <a:pPr>
              <a:defRPr/>
            </a:pPr>
            <a:endParaRPr lang="en-US"/>
          </a:p>
        </p:txBody>
      </p:sp>
      <p:sp>
        <p:nvSpPr>
          <p:cNvPr id="4"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28"/>
          <p:cNvSpPr>
            <a:spLocks noGrp="1"/>
          </p:cNvSpPr>
          <p:nvPr>
            <p:ph type="sldNum" sz="quarter" idx="12"/>
          </p:nvPr>
        </p:nvSpPr>
        <p:spPr/>
        <p:txBody>
          <a:bodyPr/>
          <a:lstStyle>
            <a:lvl1pPr>
              <a:defRPr/>
            </a:lvl1pPr>
          </a:lstStyle>
          <a:p>
            <a:pPr>
              <a:defRPr/>
            </a:pPr>
            <a:fld id="{C7ECCDFB-681D-4DCE-AFC4-619D3F345938}"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7"/>
          <p:cNvSpPr>
            <a:spLocks noGrp="1"/>
          </p:cNvSpPr>
          <p:nvPr>
            <p:ph type="dt" sz="half" idx="10"/>
          </p:nvPr>
        </p:nvSpPr>
        <p:spPr/>
        <p:txBody>
          <a:bodyPr/>
          <a:lstStyle>
            <a:lvl1pPr>
              <a:defRPr/>
            </a:lvl1pPr>
          </a:lstStyle>
          <a:p>
            <a:pPr>
              <a:defRPr/>
            </a:pPr>
            <a:endParaRPr lang="en-US"/>
          </a:p>
        </p:txBody>
      </p:sp>
      <p:sp>
        <p:nvSpPr>
          <p:cNvPr id="3"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28"/>
          <p:cNvSpPr>
            <a:spLocks noGrp="1"/>
          </p:cNvSpPr>
          <p:nvPr>
            <p:ph type="sldNum" sz="quarter" idx="12"/>
          </p:nvPr>
        </p:nvSpPr>
        <p:spPr/>
        <p:txBody>
          <a:bodyPr/>
          <a:lstStyle>
            <a:lvl1pPr>
              <a:defRPr/>
            </a:lvl1pPr>
          </a:lstStyle>
          <a:p>
            <a:pPr>
              <a:defRPr/>
            </a:pPr>
            <a:fld id="{F6EE5D3A-E84E-4ECD-A5EF-625AD4180AA3}"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7"/>
          <p:cNvSpPr>
            <a:spLocks noGrp="1"/>
          </p:cNvSpPr>
          <p:nvPr>
            <p:ph type="dt" sz="half" idx="10"/>
          </p:nvPr>
        </p:nvSpPr>
        <p:spPr/>
        <p:txBody>
          <a:bodyPr/>
          <a:lstStyle>
            <a:lvl1pPr>
              <a:defRPr/>
            </a:lvl1pPr>
          </a:lstStyle>
          <a:p>
            <a:pPr>
              <a:defRPr/>
            </a:pPr>
            <a:endParaRPr lang="en-US"/>
          </a:p>
        </p:txBody>
      </p:sp>
      <p:sp>
        <p:nvSpPr>
          <p:cNvPr id="6"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28"/>
          <p:cNvSpPr>
            <a:spLocks noGrp="1"/>
          </p:cNvSpPr>
          <p:nvPr>
            <p:ph type="sldNum" sz="quarter" idx="12"/>
          </p:nvPr>
        </p:nvSpPr>
        <p:spPr/>
        <p:txBody>
          <a:bodyPr/>
          <a:lstStyle>
            <a:lvl1pPr>
              <a:defRPr/>
            </a:lvl1pPr>
          </a:lstStyle>
          <a:p>
            <a:pPr>
              <a:defRPr/>
            </a:pPr>
            <a:fld id="{D8818580-8E6A-4824-8B1C-8A57F8114265}"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7"/>
          <p:cNvSpPr>
            <a:spLocks noGrp="1"/>
          </p:cNvSpPr>
          <p:nvPr>
            <p:ph type="dt" sz="half" idx="10"/>
          </p:nvPr>
        </p:nvSpPr>
        <p:spPr/>
        <p:txBody>
          <a:bodyPr/>
          <a:lstStyle>
            <a:lvl1pPr>
              <a:defRPr/>
            </a:lvl1pPr>
          </a:lstStyle>
          <a:p>
            <a:pPr>
              <a:defRPr/>
            </a:pPr>
            <a:endParaRPr lang="en-US"/>
          </a:p>
        </p:txBody>
      </p:sp>
      <p:sp>
        <p:nvSpPr>
          <p:cNvPr id="6"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28"/>
          <p:cNvSpPr>
            <a:spLocks noGrp="1"/>
          </p:cNvSpPr>
          <p:nvPr>
            <p:ph type="sldNum" sz="quarter" idx="12"/>
          </p:nvPr>
        </p:nvSpPr>
        <p:spPr/>
        <p:txBody>
          <a:bodyPr/>
          <a:lstStyle>
            <a:lvl1pPr>
              <a:defRPr/>
            </a:lvl1pPr>
          </a:lstStyle>
          <a:p>
            <a:pPr>
              <a:defRPr/>
            </a:pPr>
            <a:fld id="{A73E97B9-6AFC-4681-AD10-16A779A802F5}"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7"/>
          <p:cNvSpPr>
            <a:spLocks noGrp="1"/>
          </p:cNvSpPr>
          <p:nvPr>
            <p:ph type="dt" sz="half" idx="10"/>
          </p:nvPr>
        </p:nvSpPr>
        <p:spPr/>
        <p:txBody>
          <a:bodyPr/>
          <a:lstStyle>
            <a:lvl1pPr>
              <a:defRPr/>
            </a:lvl1pPr>
          </a:lstStyle>
          <a:p>
            <a:pPr>
              <a:defRPr/>
            </a:pPr>
            <a:endParaRPr lang="en-US"/>
          </a:p>
        </p:txBody>
      </p:sp>
      <p:sp>
        <p:nvSpPr>
          <p:cNvPr id="5"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8"/>
          <p:cNvSpPr>
            <a:spLocks noGrp="1"/>
          </p:cNvSpPr>
          <p:nvPr>
            <p:ph type="sldNum" sz="quarter" idx="12"/>
          </p:nvPr>
        </p:nvSpPr>
        <p:spPr/>
        <p:txBody>
          <a:bodyPr/>
          <a:lstStyle>
            <a:lvl1pPr>
              <a:defRPr/>
            </a:lvl1pPr>
          </a:lstStyle>
          <a:p>
            <a:pPr>
              <a:defRPr/>
            </a:pPr>
            <a:fld id="{38CC75B5-F235-40F2-8D4C-C397A35CC187}"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68288"/>
            <a:ext cx="2057400"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68288"/>
            <a:ext cx="6019800"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7"/>
          <p:cNvSpPr>
            <a:spLocks noGrp="1"/>
          </p:cNvSpPr>
          <p:nvPr>
            <p:ph type="dt" sz="half" idx="10"/>
          </p:nvPr>
        </p:nvSpPr>
        <p:spPr/>
        <p:txBody>
          <a:bodyPr/>
          <a:lstStyle>
            <a:lvl1pPr>
              <a:defRPr/>
            </a:lvl1pPr>
          </a:lstStyle>
          <a:p>
            <a:pPr>
              <a:defRPr/>
            </a:pPr>
            <a:endParaRPr lang="en-US"/>
          </a:p>
        </p:txBody>
      </p:sp>
      <p:sp>
        <p:nvSpPr>
          <p:cNvPr id="5" name="Footer Placeholder 16"/>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8"/>
          <p:cNvSpPr>
            <a:spLocks noGrp="1"/>
          </p:cNvSpPr>
          <p:nvPr>
            <p:ph type="sldNum" sz="quarter" idx="12"/>
          </p:nvPr>
        </p:nvSpPr>
        <p:spPr/>
        <p:txBody>
          <a:bodyPr/>
          <a:lstStyle>
            <a:lvl1pPr>
              <a:defRPr/>
            </a:lvl1pPr>
          </a:lstStyle>
          <a:p>
            <a:pPr>
              <a:defRPr/>
            </a:pPr>
            <a:fld id="{966F5E1F-CD2D-47D4-871C-2FB87CC29610}" type="slidenum">
              <a:rPr lang="en-US"/>
              <a:pPr>
                <a:defRPr/>
              </a:pPr>
              <a:t>‹#›</a:t>
            </a:fld>
            <a:endParaRPr lang="en-US" sz="1800" dirty="0">
              <a:solidFill>
                <a:schemeClr val="bg1"/>
              </a:solidFill>
            </a:endParaRPr>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2015Pearson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856D5A8-BDCD-471F-9E43-58A6D24111FD}"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760D1BD-8EF7-4920-AAD3-32C99BA4F310}"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2015Pearson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E6A4C0A-DBD2-446D-AB11-B610747FC922}"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82775"/>
            <a:ext cx="4038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882775"/>
            <a:ext cx="4038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4CA2428-2321-423C-9446-8A9943C19D95}"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E87A232-34CA-48D1-9EC9-E6CB8808EC45}"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B1F9019-D326-4B03-8C10-3FEFE15184E8}"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6079AAE-E023-48C3-B060-D028C0AD43CC}"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78C3645-AEC5-4418-8455-751B6281877F}"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92A95B3-4A68-4413-B9CD-DDBCD097D2D7}"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8851B73-8807-4AF6-A4E0-36DBAE6EBDC8}"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68288"/>
            <a:ext cx="2057400"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68288"/>
            <a:ext cx="6019800"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63282F5-4E77-42E2-A8A3-E60B5E6500AE}" type="slidenum">
              <a:rPr lang="en-US"/>
              <a:pPr>
                <a:defRPr/>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4" name="Date Placeholder 13"/>
          <p:cNvSpPr>
            <a:spLocks noGrp="1"/>
          </p:cNvSpPr>
          <p:nvPr>
            <p:ph type="dt" sz="half" idx="2"/>
          </p:nvPr>
        </p:nvSpPr>
        <p:spPr>
          <a:xfrm>
            <a:off x="5943600" y="6481763"/>
            <a:ext cx="981075"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a:solidFill>
                  <a:schemeClr val="tx1"/>
                </a:solidFill>
                <a:cs typeface="+mn-cs"/>
              </a:defRPr>
            </a:lvl1pPr>
          </a:lstStyle>
          <a:p>
            <a:pPr>
              <a:defRPr/>
            </a:pPr>
            <a:r>
              <a:rPr lang="en-US" dirty="0"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a:solidFill>
                  <a:schemeClr val="tx1"/>
                </a:solidFill>
                <a:cs typeface="+mn-cs"/>
              </a:defRPr>
            </a:lvl1pPr>
          </a:lstStyle>
          <a:p>
            <a:pPr>
              <a:defRPr/>
            </a:pPr>
            <a:fld id="{C9AC04C5-5809-42C4-A5C0-2DB6FD580B0D}"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a:solidFill>
                <a:schemeClr val="tx1"/>
              </a:solidFill>
              <a:cs typeface="+mn-cs"/>
            </a:endParaRPr>
          </a:p>
        </p:txBody>
      </p:sp>
      <p:sp>
        <p:nvSpPr>
          <p:cNvPr id="16" name="Line 27"/>
          <p:cNvSpPr>
            <a:spLocks noChangeShapeType="1"/>
          </p:cNvSpPr>
          <p:nvPr userDrawn="1"/>
        </p:nvSpPr>
        <p:spPr bwMode="ltGray">
          <a:xfrm>
            <a:off x="8839200" y="0"/>
            <a:ext cx="0" cy="236220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grpSp>
        <p:nvGrpSpPr>
          <p:cNvPr id="1036" name="Group 28"/>
          <p:cNvGrpSpPr>
            <a:grpSpLocks/>
          </p:cNvGrpSpPr>
          <p:nvPr userDrawn="1"/>
        </p:nvGrpSpPr>
        <p:grpSpPr bwMode="auto">
          <a:xfrm>
            <a:off x="414338" y="1416050"/>
            <a:ext cx="1784350" cy="2324100"/>
            <a:chOff x="96" y="916"/>
            <a:chExt cx="2208" cy="2876"/>
          </a:xfrm>
        </p:grpSpPr>
        <p:sp>
          <p:nvSpPr>
            <p:cNvPr id="18" name="Line 29"/>
            <p:cNvSpPr>
              <a:spLocks noChangeShapeType="1"/>
            </p:cNvSpPr>
            <p:nvPr userDrawn="1"/>
          </p:nvSpPr>
          <p:spPr bwMode="ltGray">
            <a:xfrm flipH="1">
              <a:off x="96" y="1038"/>
              <a:ext cx="22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9" name="Line 30"/>
            <p:cNvSpPr>
              <a:spLocks noChangeShapeType="1"/>
            </p:cNvSpPr>
            <p:nvPr userDrawn="1"/>
          </p:nvSpPr>
          <p:spPr bwMode="ltGray">
            <a:xfrm>
              <a:off x="336" y="920"/>
              <a:ext cx="0" cy="287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20" name="Arc 31"/>
            <p:cNvSpPr>
              <a:spLocks/>
            </p:cNvSpPr>
            <p:nvPr userDrawn="1"/>
          </p:nvSpPr>
          <p:spPr bwMode="ltGray">
            <a:xfrm flipH="1">
              <a:off x="218" y="916"/>
              <a:ext cx="238" cy="240"/>
            </a:xfrm>
            <a:custGeom>
              <a:avLst/>
              <a:gdLst>
                <a:gd name="T0" fmla="*/ 117 w 43195"/>
                <a:gd name="T1" fmla="*/ 0 h 43200"/>
                <a:gd name="T2" fmla="*/ 0 w 43195"/>
                <a:gd name="T3" fmla="*/ 122 h 43200"/>
                <a:gd name="T4" fmla="*/ 119 w 43195"/>
                <a:gd name="T5" fmla="*/ 12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Tree>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65" r:id="rId4"/>
    <p:sldLayoutId id="2147483693" r:id="rId5"/>
    <p:sldLayoutId id="2147483694" r:id="rId6"/>
    <p:sldLayoutId id="2147483695" r:id="rId7"/>
    <p:sldLayoutId id="2147483666" r:id="rId8"/>
    <p:sldLayoutId id="2147483667" r:id="rId9"/>
  </p:sldLayoutIdLst>
  <p:transition>
    <p:zoom/>
  </p:transition>
  <p:timing>
    <p:tnLst>
      <p:par>
        <p:cTn id="1" dur="indefinite" restart="never" nodeType="tmRoot"/>
      </p:par>
    </p:tnLst>
  </p:timing>
  <p:hf sldNum="0" hdr="0" dt="0"/>
  <p:txStyles>
    <p:titleStyle>
      <a:lvl1pPr marL="484188" algn="l" rtl="0" eaLnBrk="0" fontAlgn="base" hangingPunct="0">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defRPr>
      </a:lvl2pPr>
      <a:lvl3pPr marL="484188" algn="l" rtl="0" eaLnBrk="0" fontAlgn="base" hangingPunct="0">
        <a:spcBef>
          <a:spcPct val="0"/>
        </a:spcBef>
        <a:spcAft>
          <a:spcPct val="0"/>
        </a:spcAft>
        <a:defRPr sz="4200">
          <a:solidFill>
            <a:srgbClr val="FF5C9C"/>
          </a:solidFill>
          <a:latin typeface="Century Gothic" pitchFamily="34" charset="0"/>
        </a:defRPr>
      </a:lvl3pPr>
      <a:lvl4pPr marL="484188" algn="l" rtl="0" eaLnBrk="0" fontAlgn="base" hangingPunct="0">
        <a:spcBef>
          <a:spcPct val="0"/>
        </a:spcBef>
        <a:spcAft>
          <a:spcPct val="0"/>
        </a:spcAft>
        <a:defRPr sz="4200">
          <a:solidFill>
            <a:srgbClr val="FF5C9C"/>
          </a:solidFill>
          <a:latin typeface="Century Gothic" pitchFamily="34" charset="0"/>
        </a:defRPr>
      </a:lvl4pPr>
      <a:lvl5pPr marL="484188" algn="l" rtl="0" eaLnBrk="0" fontAlgn="base" hangingPunct="0">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474747"/>
            </a:gs>
            <a:gs pos="60001">
              <a:srgbClr val="626262"/>
            </a:gs>
            <a:gs pos="100000">
              <a:srgbClr val="8C8C8C"/>
            </a:gs>
          </a:gsLst>
          <a:lin ang="5400000"/>
        </a:gradFill>
        <a:effectLst/>
      </p:bgPr>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2"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271" name="Title Placeholder 21"/>
          <p:cNvSpPr>
            <a:spLocks noGrp="1"/>
          </p:cNvSpPr>
          <p:nvPr>
            <p:ph type="title"/>
          </p:nvPr>
        </p:nvSpPr>
        <p:spPr bwMode="auto">
          <a:xfrm>
            <a:off x="457200" y="268288"/>
            <a:ext cx="8229600" cy="13985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3016"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6" name="Date Placeholder 27"/>
          <p:cNvSpPr>
            <a:spLocks noGrp="1"/>
          </p:cNvSpPr>
          <p:nvPr>
            <p:ph type="dt" sz="half" idx="2"/>
          </p:nvPr>
        </p:nvSpPr>
        <p:spPr>
          <a:xfrm>
            <a:off x="1371600" y="6011863"/>
            <a:ext cx="5791200" cy="365125"/>
          </a:xfrm>
          <a:prstGeom prst="rect">
            <a:avLst/>
          </a:prstGeom>
        </p:spPr>
        <p:txBody>
          <a:bodyPr vert="horz" tIns="0" bIns="0" anchor="t"/>
          <a:lstStyle>
            <a:lvl1pPr algn="r">
              <a:defRPr sz="1000">
                <a:solidFill>
                  <a:schemeClr val="tx1"/>
                </a:solidFill>
                <a:cs typeface="+mn-cs"/>
              </a:defRPr>
            </a:lvl1pPr>
          </a:lstStyle>
          <a:p>
            <a:pPr>
              <a:defRPr/>
            </a:pPr>
            <a:endParaRPr lang="en-US"/>
          </a:p>
        </p:txBody>
      </p:sp>
      <p:sp>
        <p:nvSpPr>
          <p:cNvPr id="17" name="Footer Placeholder 16"/>
          <p:cNvSpPr>
            <a:spLocks noGrp="1"/>
          </p:cNvSpPr>
          <p:nvPr>
            <p:ph type="ftr" sz="quarter" idx="3"/>
          </p:nvPr>
        </p:nvSpPr>
        <p:spPr>
          <a:xfrm>
            <a:off x="1371600" y="5649913"/>
            <a:ext cx="5791200" cy="365125"/>
          </a:xfrm>
          <a:prstGeom prst="rect">
            <a:avLst/>
          </a:prstGeom>
        </p:spPr>
        <p:txBody>
          <a:bodyPr vert="horz" tIns="0" bIns="0" anchor="b"/>
          <a:lstStyle>
            <a:lvl1pPr algn="r">
              <a:defRPr sz="1100">
                <a:solidFill>
                  <a:schemeClr val="tx1"/>
                </a:solidFill>
                <a:cs typeface="+mn-cs"/>
              </a:defRPr>
            </a:lvl1pPr>
          </a:lstStyle>
          <a:p>
            <a:pPr>
              <a:defRPr/>
            </a:pPr>
            <a:r>
              <a:rPr lang="en-US" dirty="0" smtClean="0"/>
              <a:t>Copyright © 2015 Pearson Education, Inc. Publishing as Prentice Hall</a:t>
            </a:r>
            <a:endParaRPr lang="en-US" dirty="0"/>
          </a:p>
        </p:txBody>
      </p:sp>
      <p:sp>
        <p:nvSpPr>
          <p:cNvPr id="18" name="Slide Number Placeholder 28"/>
          <p:cNvSpPr>
            <a:spLocks noGrp="1"/>
          </p:cNvSpPr>
          <p:nvPr>
            <p:ph type="sldNum" sz="quarter" idx="4"/>
          </p:nvPr>
        </p:nvSpPr>
        <p:spPr>
          <a:xfrm>
            <a:off x="8391525" y="5753100"/>
            <a:ext cx="503238" cy="365125"/>
          </a:xfrm>
          <a:prstGeom prst="rect">
            <a:avLst/>
          </a:prstGeom>
        </p:spPr>
        <p:txBody>
          <a:bodyPr vert="horz" anchor="ctr"/>
          <a:lstStyle>
            <a:lvl1pPr algn="r">
              <a:defRPr sz="1300">
                <a:solidFill>
                  <a:srgbClr val="FFFFFF"/>
                </a:solidFill>
                <a:cs typeface="+mn-cs"/>
              </a:defRPr>
            </a:lvl1pPr>
          </a:lstStyle>
          <a:p>
            <a:pPr>
              <a:defRPr/>
            </a:pPr>
            <a:fld id="{5A1B3E6E-4182-4944-9A7D-0CC7D2116490}" type="slidenum">
              <a:rPr lang="en-US"/>
              <a:pPr>
                <a:defRPr/>
              </a:pPr>
              <a:t>‹#›</a:t>
            </a:fld>
            <a:endParaRPr lang="en-US" sz="1800" dirty="0">
              <a:solidFill>
                <a:schemeClr val="bg1"/>
              </a:solidFill>
            </a:endParaRPr>
          </a:p>
        </p:txBody>
      </p:sp>
    </p:spTree>
  </p:cSld>
  <p:clrMap bg1="dk2" tx1="lt1" bg2="dk1"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ransition>
    <p:zoom/>
  </p:transition>
  <p:timing>
    <p:tnLst>
      <p:par>
        <p:cTn id="1" dur="indefinite" restart="never" nodeType="tmRoot"/>
      </p:par>
    </p:tnLst>
  </p:timing>
  <p:hf sldNum="0" hdr="0" dt="0"/>
  <p:txStyles>
    <p:titleStyle>
      <a:lvl1pPr marL="484188" algn="l" rtl="0" eaLnBrk="0" fontAlgn="base" hangingPunct="0">
        <a:spcBef>
          <a:spcPct val="0"/>
        </a:spcBef>
        <a:spcAft>
          <a:spcPct val="0"/>
        </a:spcAft>
        <a:defRPr sz="4200">
          <a:solidFill>
            <a:srgbClr val="FF5C9C"/>
          </a:solidFill>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cs typeface="Arial" charset="0"/>
        </a:defRPr>
      </a:lvl2pPr>
      <a:lvl3pPr marL="484188" algn="l" rtl="0" eaLnBrk="0" fontAlgn="base" hangingPunct="0">
        <a:spcBef>
          <a:spcPct val="0"/>
        </a:spcBef>
        <a:spcAft>
          <a:spcPct val="0"/>
        </a:spcAft>
        <a:defRPr sz="4200">
          <a:solidFill>
            <a:srgbClr val="FF5C9C"/>
          </a:solidFill>
          <a:latin typeface="Century Gothic" pitchFamily="34" charset="0"/>
          <a:cs typeface="Arial" charset="0"/>
        </a:defRPr>
      </a:lvl3pPr>
      <a:lvl4pPr marL="484188" algn="l" rtl="0" eaLnBrk="0" fontAlgn="base" hangingPunct="0">
        <a:spcBef>
          <a:spcPct val="0"/>
        </a:spcBef>
        <a:spcAft>
          <a:spcPct val="0"/>
        </a:spcAft>
        <a:defRPr sz="4200">
          <a:solidFill>
            <a:srgbClr val="FF5C9C"/>
          </a:solidFill>
          <a:latin typeface="Century Gothic" pitchFamily="34" charset="0"/>
          <a:cs typeface="Arial" charset="0"/>
        </a:defRPr>
      </a:lvl4pPr>
      <a:lvl5pPr marL="484188" algn="l" rtl="0" eaLnBrk="0" fontAlgn="base" hangingPunct="0">
        <a:spcBef>
          <a:spcPct val="0"/>
        </a:spcBef>
        <a:spcAft>
          <a:spcPct val="0"/>
        </a:spcAft>
        <a:defRPr sz="4200">
          <a:solidFill>
            <a:srgbClr val="FF5C9C"/>
          </a:solidFill>
          <a:latin typeface="Century Gothic" pitchFamily="34" charset="0"/>
          <a:cs typeface="Arial" charset="0"/>
        </a:defRPr>
      </a:lvl5pPr>
      <a:lvl6pPr marL="941388" algn="l" rtl="0" fontAlgn="base">
        <a:spcBef>
          <a:spcPct val="0"/>
        </a:spcBef>
        <a:spcAft>
          <a:spcPct val="0"/>
        </a:spcAft>
        <a:defRPr sz="4200">
          <a:solidFill>
            <a:srgbClr val="FF5C9C"/>
          </a:solidFill>
          <a:latin typeface="Century Gothic" pitchFamily="34" charset="0"/>
          <a:cs typeface="Arial" charset="0"/>
        </a:defRPr>
      </a:lvl6pPr>
      <a:lvl7pPr marL="1398588" algn="l" rtl="0" fontAlgn="base">
        <a:spcBef>
          <a:spcPct val="0"/>
        </a:spcBef>
        <a:spcAft>
          <a:spcPct val="0"/>
        </a:spcAft>
        <a:defRPr sz="4200">
          <a:solidFill>
            <a:srgbClr val="FF5C9C"/>
          </a:solidFill>
          <a:latin typeface="Century Gothic" pitchFamily="34" charset="0"/>
          <a:cs typeface="Arial" charset="0"/>
        </a:defRPr>
      </a:lvl7pPr>
      <a:lvl8pPr marL="1855788" algn="l" rtl="0" fontAlgn="base">
        <a:spcBef>
          <a:spcPct val="0"/>
        </a:spcBef>
        <a:spcAft>
          <a:spcPct val="0"/>
        </a:spcAft>
        <a:defRPr sz="4200">
          <a:solidFill>
            <a:srgbClr val="FF5C9C"/>
          </a:solidFill>
          <a:latin typeface="Century Gothic" pitchFamily="34" charset="0"/>
          <a:cs typeface="Arial" charset="0"/>
        </a:defRPr>
      </a:lvl8pPr>
      <a:lvl9pPr marL="2312988" algn="l" rtl="0" fontAlgn="base">
        <a:spcBef>
          <a:spcPct val="0"/>
        </a:spcBef>
        <a:spcAft>
          <a:spcPct val="0"/>
        </a:spcAft>
        <a:defRPr sz="4200">
          <a:solidFill>
            <a:srgbClr val="FF5C9C"/>
          </a:solidFill>
          <a:latin typeface="Century Gothic" pitchFamily="34" charset="0"/>
          <a:cs typeface="Arial"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a:solidFill>
            <a:schemeClr val="tx1"/>
          </a:solidFill>
          <a:latin typeface="+mn-lt"/>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a:solidFill>
            <a:schemeClr val="tx1"/>
          </a:solidFill>
          <a:latin typeface="+mn-lt"/>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a:solidFill>
            <a:schemeClr val="tx1"/>
          </a:solidFill>
          <a:latin typeface="+mn-lt"/>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a:solidFill>
            <a:schemeClr val="tx1"/>
          </a:solidFill>
          <a:latin typeface="+mn-lt"/>
          <a:cs typeface="+mn-cs"/>
        </a:defRPr>
      </a:lvl5pPr>
      <a:lvl6pPr marL="20574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6pPr>
      <a:lvl7pPr marL="25146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7pPr>
      <a:lvl8pPr marL="29718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8pPr>
      <a:lvl9pPr marL="34290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474747"/>
            </a:gs>
            <a:gs pos="60001">
              <a:srgbClr val="626262"/>
            </a:gs>
            <a:gs pos="100000">
              <a:srgbClr val="8C8C8C"/>
            </a:gs>
          </a:gsLst>
          <a:lin ang="5400000"/>
        </a:gradFill>
        <a:effectLst/>
      </p:bgPr>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3558" name="Title Placeholder 21"/>
          <p:cNvSpPr>
            <a:spLocks noGrp="1"/>
          </p:cNvSpPr>
          <p:nvPr>
            <p:ph type="title"/>
          </p:nvPr>
        </p:nvSpPr>
        <p:spPr bwMode="auto">
          <a:xfrm>
            <a:off x="457200" y="268288"/>
            <a:ext cx="8229600" cy="13985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4279"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 name="Date Placeholder 3"/>
          <p:cNvSpPr>
            <a:spLocks noGrp="1"/>
          </p:cNvSpPr>
          <p:nvPr>
            <p:ph type="dt" sz="half" idx="2"/>
          </p:nvPr>
        </p:nvSpPr>
        <p:spPr>
          <a:xfrm>
            <a:off x="4791075" y="6480175"/>
            <a:ext cx="2133600" cy="301625"/>
          </a:xfrm>
          <a:prstGeom prst="rect">
            <a:avLst/>
          </a:prstGeom>
        </p:spPr>
        <p:txBody>
          <a:bodyPr vert="horz" anchor="b"/>
          <a:lstStyle>
            <a:lvl1pPr>
              <a:defRPr sz="1000">
                <a:solidFill>
                  <a:schemeClr val="tx1"/>
                </a:solidFill>
                <a:cs typeface="+mn-cs"/>
              </a:defRPr>
            </a:lvl1pPr>
          </a:lstStyle>
          <a:p>
            <a:pPr>
              <a:defRPr/>
            </a:pPr>
            <a:endParaRPr lang="en-US"/>
          </a:p>
        </p:txBody>
      </p:sp>
      <p:sp>
        <p:nvSpPr>
          <p:cNvPr id="16" name="Footer Placeholder 4"/>
          <p:cNvSpPr>
            <a:spLocks noGrp="1"/>
          </p:cNvSpPr>
          <p:nvPr>
            <p:ph type="ftr" sz="quarter" idx="3"/>
          </p:nvPr>
        </p:nvSpPr>
        <p:spPr>
          <a:xfrm>
            <a:off x="457200" y="6481763"/>
            <a:ext cx="4259263" cy="300037"/>
          </a:xfrm>
          <a:prstGeom prst="rect">
            <a:avLst/>
          </a:prstGeom>
        </p:spPr>
        <p:txBody>
          <a:bodyPr vert="horz" anchor="b"/>
          <a:lstStyle>
            <a:lvl1pPr algn="r">
              <a:defRPr sz="1000">
                <a:solidFill>
                  <a:schemeClr val="tx1"/>
                </a:solidFill>
                <a:cs typeface="+mn-cs"/>
              </a:defRPr>
            </a:lvl1pPr>
          </a:lstStyle>
          <a:p>
            <a:pPr>
              <a:defRPr/>
            </a:pPr>
            <a:r>
              <a:rPr lang="en-US" dirty="0" smtClean="0"/>
              <a:t>Copyright © 2015 Pearson Education, Inc. Publishing as Prentice Hall</a:t>
            </a:r>
            <a:endParaRPr lang="en-US" dirty="0"/>
          </a:p>
        </p:txBody>
      </p:sp>
      <p:sp>
        <p:nvSpPr>
          <p:cNvPr id="17" name="Slide Number Placeholder 5"/>
          <p:cNvSpPr>
            <a:spLocks noGrp="1"/>
          </p:cNvSpPr>
          <p:nvPr>
            <p:ph type="sldNum" sz="quarter" idx="4"/>
          </p:nvPr>
        </p:nvSpPr>
        <p:spPr>
          <a:xfrm>
            <a:off x="7589838" y="6481763"/>
            <a:ext cx="503237" cy="301625"/>
          </a:xfrm>
          <a:prstGeom prst="rect">
            <a:avLst/>
          </a:prstGeom>
        </p:spPr>
        <p:txBody>
          <a:bodyPr vert="horz" anchor="b"/>
          <a:lstStyle>
            <a:lvl1pPr algn="ctr">
              <a:defRPr sz="1200">
                <a:solidFill>
                  <a:schemeClr val="tx1"/>
                </a:solidFill>
                <a:cs typeface="+mn-cs"/>
              </a:defRPr>
            </a:lvl1pPr>
          </a:lstStyle>
          <a:p>
            <a:pPr>
              <a:defRPr/>
            </a:pPr>
            <a:fld id="{D3C8C47D-9EB6-4452-A6AD-6C0702439AA1}"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ransition>
    <p:zoom/>
  </p:transition>
  <p:timing>
    <p:tnLst>
      <p:par>
        <p:cTn id="1" dur="indefinite" restart="never" nodeType="tmRoot"/>
      </p:par>
    </p:tnLst>
  </p:timing>
  <p:hf sldNum="0" hdr="0" dt="0"/>
  <p:txStyles>
    <p:titleStyle>
      <a:lvl1pPr marL="484188" algn="l" rtl="0" eaLnBrk="0" fontAlgn="base" hangingPunct="0">
        <a:spcBef>
          <a:spcPct val="0"/>
        </a:spcBef>
        <a:spcAft>
          <a:spcPct val="0"/>
        </a:spcAft>
        <a:defRPr sz="4200">
          <a:solidFill>
            <a:srgbClr val="FF5C9C"/>
          </a:solidFill>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cs typeface="Arial" charset="0"/>
        </a:defRPr>
      </a:lvl2pPr>
      <a:lvl3pPr marL="484188" algn="l" rtl="0" eaLnBrk="0" fontAlgn="base" hangingPunct="0">
        <a:spcBef>
          <a:spcPct val="0"/>
        </a:spcBef>
        <a:spcAft>
          <a:spcPct val="0"/>
        </a:spcAft>
        <a:defRPr sz="4200">
          <a:solidFill>
            <a:srgbClr val="FF5C9C"/>
          </a:solidFill>
          <a:latin typeface="Century Gothic" pitchFamily="34" charset="0"/>
          <a:cs typeface="Arial" charset="0"/>
        </a:defRPr>
      </a:lvl3pPr>
      <a:lvl4pPr marL="484188" algn="l" rtl="0" eaLnBrk="0" fontAlgn="base" hangingPunct="0">
        <a:spcBef>
          <a:spcPct val="0"/>
        </a:spcBef>
        <a:spcAft>
          <a:spcPct val="0"/>
        </a:spcAft>
        <a:defRPr sz="4200">
          <a:solidFill>
            <a:srgbClr val="FF5C9C"/>
          </a:solidFill>
          <a:latin typeface="Century Gothic" pitchFamily="34" charset="0"/>
          <a:cs typeface="Arial" charset="0"/>
        </a:defRPr>
      </a:lvl4pPr>
      <a:lvl5pPr marL="484188" algn="l" rtl="0" eaLnBrk="0" fontAlgn="base" hangingPunct="0">
        <a:spcBef>
          <a:spcPct val="0"/>
        </a:spcBef>
        <a:spcAft>
          <a:spcPct val="0"/>
        </a:spcAft>
        <a:defRPr sz="4200">
          <a:solidFill>
            <a:srgbClr val="FF5C9C"/>
          </a:solidFill>
          <a:latin typeface="Century Gothic" pitchFamily="34" charset="0"/>
          <a:cs typeface="Arial" charset="0"/>
        </a:defRPr>
      </a:lvl5pPr>
      <a:lvl6pPr marL="941388" algn="l" rtl="0" fontAlgn="base">
        <a:spcBef>
          <a:spcPct val="0"/>
        </a:spcBef>
        <a:spcAft>
          <a:spcPct val="0"/>
        </a:spcAft>
        <a:defRPr sz="4200">
          <a:solidFill>
            <a:srgbClr val="FF5C9C"/>
          </a:solidFill>
          <a:latin typeface="Century Gothic" pitchFamily="34" charset="0"/>
          <a:cs typeface="Arial" charset="0"/>
        </a:defRPr>
      </a:lvl6pPr>
      <a:lvl7pPr marL="1398588" algn="l" rtl="0" fontAlgn="base">
        <a:spcBef>
          <a:spcPct val="0"/>
        </a:spcBef>
        <a:spcAft>
          <a:spcPct val="0"/>
        </a:spcAft>
        <a:defRPr sz="4200">
          <a:solidFill>
            <a:srgbClr val="FF5C9C"/>
          </a:solidFill>
          <a:latin typeface="Century Gothic" pitchFamily="34" charset="0"/>
          <a:cs typeface="Arial" charset="0"/>
        </a:defRPr>
      </a:lvl7pPr>
      <a:lvl8pPr marL="1855788" algn="l" rtl="0" fontAlgn="base">
        <a:spcBef>
          <a:spcPct val="0"/>
        </a:spcBef>
        <a:spcAft>
          <a:spcPct val="0"/>
        </a:spcAft>
        <a:defRPr sz="4200">
          <a:solidFill>
            <a:srgbClr val="FF5C9C"/>
          </a:solidFill>
          <a:latin typeface="Century Gothic" pitchFamily="34" charset="0"/>
          <a:cs typeface="Arial" charset="0"/>
        </a:defRPr>
      </a:lvl8pPr>
      <a:lvl9pPr marL="2312988" algn="l" rtl="0" fontAlgn="base">
        <a:spcBef>
          <a:spcPct val="0"/>
        </a:spcBef>
        <a:spcAft>
          <a:spcPct val="0"/>
        </a:spcAft>
        <a:defRPr sz="4200">
          <a:solidFill>
            <a:srgbClr val="FF5C9C"/>
          </a:solidFill>
          <a:latin typeface="Century Gothic" pitchFamily="34" charset="0"/>
          <a:cs typeface="Arial"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a:solidFill>
            <a:schemeClr val="tx1"/>
          </a:solidFill>
          <a:latin typeface="+mn-lt"/>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a:solidFill>
            <a:schemeClr val="tx1"/>
          </a:solidFill>
          <a:latin typeface="+mn-lt"/>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a:solidFill>
            <a:schemeClr val="tx1"/>
          </a:solidFill>
          <a:latin typeface="+mn-lt"/>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a:solidFill>
            <a:schemeClr val="tx1"/>
          </a:solidFill>
          <a:latin typeface="+mn-lt"/>
          <a:cs typeface="+mn-cs"/>
        </a:defRPr>
      </a:lvl5pPr>
      <a:lvl6pPr marL="20574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6pPr>
      <a:lvl7pPr marL="25146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7pPr>
      <a:lvl8pPr marL="29718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8pPr>
      <a:lvl9pPr marL="3429000" indent="-209550" algn="l" rtl="0" fontAlgn="base">
        <a:spcBef>
          <a:spcPct val="20000"/>
        </a:spcBef>
        <a:spcAft>
          <a:spcPct val="0"/>
        </a:spcAft>
        <a:buClr>
          <a:srgbClr val="FF90B2"/>
        </a:buClr>
        <a:buFont typeface="Wingdings 2" pitchFamily="18"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ctrTitle" idx="4294967295"/>
          </p:nvPr>
        </p:nvSpPr>
        <p:spPr>
          <a:xfrm>
            <a:off x="914400" y="1143000"/>
            <a:ext cx="7772400" cy="2514600"/>
          </a:xfrm>
        </p:spPr>
        <p:txBody>
          <a:bodyPr anchor="b">
            <a:normAutofit fontScale="90000"/>
          </a:bodyPr>
          <a:lstStyle/>
          <a:p>
            <a:pPr marL="484632" algn="r" eaLnBrk="1" fontAlgn="auto" hangingPunct="1">
              <a:spcAft>
                <a:spcPts val="0"/>
              </a:spcAft>
              <a:defRPr/>
            </a:pPr>
            <a:r>
              <a:rPr lang="en-US" sz="40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Essentials of</a:t>
            </a:r>
            <a:br>
              <a:rPr lang="en-US" sz="40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Systems Analysis and Design</a:t>
            </a:r>
            <a:br>
              <a:rPr lang="en-US" sz="40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3600" b="1" kern="1200" dirty="0" smtClean="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Sixth </a:t>
            </a:r>
            <a:r>
              <a:rPr lang="en-US" sz="36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Edition</a:t>
            </a:r>
            <a:br>
              <a:rPr lang="en-US" sz="36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36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 </a:t>
            </a:r>
            <a: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Joseph S. </a:t>
            </a:r>
            <a:r>
              <a:rPr lang="en-US" sz="2800" b="1" kern="1200" dirty="0" err="1">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Valacich</a:t>
            </a:r>
            <a: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
            </a:r>
            <a:b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Joey F. George</a:t>
            </a:r>
            <a:b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Jeffrey A. Hoffer </a:t>
            </a:r>
            <a:br>
              <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endParaRPr lang="en-US" sz="2800" b="1"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endParaRPr>
          </a:p>
        </p:txBody>
      </p:sp>
      <p:sp>
        <p:nvSpPr>
          <p:cNvPr id="3076" name="Rectangle 3" descr="Rectangle: Click to edit Master text styles&#10;Second level&#10;Third level&#10;Fourth level&#10;Fifth level"/>
          <p:cNvSpPr>
            <a:spLocks noGrp="1" noChangeArrowheads="1"/>
          </p:cNvSpPr>
          <p:nvPr>
            <p:ph type="subTitle" idx="4294967295"/>
          </p:nvPr>
        </p:nvSpPr>
        <p:spPr>
          <a:xfrm>
            <a:off x="1066800" y="3505200"/>
            <a:ext cx="7086600" cy="1600200"/>
          </a:xfrm>
        </p:spPr>
        <p:txBody>
          <a:bodyPr>
            <a:normAutofit/>
          </a:bodyPr>
          <a:lstStyle/>
          <a:p>
            <a:pPr marL="0" marR="36576" indent="0" algn="ctr" eaLnBrk="1" fontAlgn="auto" hangingPunct="1">
              <a:spcBef>
                <a:spcPts val="0"/>
              </a:spcBef>
              <a:spcAft>
                <a:spcPts val="0"/>
              </a:spcAft>
              <a:buFont typeface="Wingdings 2"/>
              <a:buNone/>
              <a:defRPr/>
            </a:pPr>
            <a:r>
              <a:rPr lang="en-US" sz="3600" b="1" kern="1200">
                <a:ln>
                  <a:solidFill>
                    <a:schemeClr val="bg2"/>
                  </a:solidFill>
                </a:ln>
                <a:solidFill>
                  <a:schemeClr val="tx1">
                    <a:tint val="75000"/>
                  </a:schemeClr>
                </a:solidFill>
              </a:rPr>
              <a:t>Chapter 2 </a:t>
            </a:r>
          </a:p>
          <a:p>
            <a:pPr marL="0" marR="36576" indent="0" algn="ctr" eaLnBrk="1" fontAlgn="auto" hangingPunct="1">
              <a:spcBef>
                <a:spcPts val="0"/>
              </a:spcBef>
              <a:spcAft>
                <a:spcPts val="0"/>
              </a:spcAft>
              <a:buFont typeface="Wingdings 2"/>
              <a:buNone/>
              <a:defRPr/>
            </a:pPr>
            <a:r>
              <a:rPr lang="en-US" b="1" kern="1200">
                <a:ln>
                  <a:solidFill>
                    <a:schemeClr val="bg2"/>
                  </a:solidFill>
                </a:ln>
                <a:solidFill>
                  <a:schemeClr val="tx1">
                    <a:tint val="75000"/>
                  </a:schemeClr>
                </a:solidFill>
              </a:rPr>
              <a:t>The Sources of Software</a:t>
            </a:r>
          </a:p>
        </p:txBody>
      </p:sp>
      <p:sp>
        <p:nvSpPr>
          <p:cNvPr id="37891"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sz="1200" dirty="0" smtClean="0"/>
              <a:t>Copyright © 2015 Pearson Education, Inc. Publishing as Prentice Hall</a:t>
            </a:r>
          </a:p>
        </p:txBody>
      </p:sp>
      <p:sp>
        <p:nvSpPr>
          <p:cNvPr id="307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2.1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Learning Objectives</a:t>
            </a:r>
          </a:p>
        </p:txBody>
      </p:sp>
      <p:sp>
        <p:nvSpPr>
          <p:cNvPr id="39938" name="Rectangle 3" descr="Rectangle: Click to edit Master text styles&#10;Second level&#10;Third level&#10;Fourth level&#10;Fifth level"/>
          <p:cNvSpPr>
            <a:spLocks noGrp="1" noChangeArrowheads="1"/>
          </p:cNvSpPr>
          <p:nvPr>
            <p:ph idx="4294967295"/>
          </p:nvPr>
        </p:nvSpPr>
        <p:spPr/>
        <p:txBody>
          <a:bodyPr/>
          <a:lstStyle/>
          <a:p>
            <a:pPr eaLnBrk="1" hangingPunct="1">
              <a:buClr>
                <a:srgbClr val="BA2212"/>
              </a:buClr>
              <a:buFont typeface="Wingdings" pitchFamily="2" charset="2"/>
              <a:buChar char="ü"/>
            </a:pPr>
            <a:r>
              <a:rPr lang="en-US" dirty="0" smtClean="0"/>
              <a:t>Understand outsourcing</a:t>
            </a:r>
          </a:p>
          <a:p>
            <a:pPr eaLnBrk="1" hangingPunct="1">
              <a:buClr>
                <a:srgbClr val="BA2212"/>
              </a:buClr>
              <a:buFont typeface="Wingdings" pitchFamily="2" charset="2"/>
              <a:buChar char="ü"/>
            </a:pPr>
            <a:r>
              <a:rPr lang="en-US" dirty="0" smtClean="0"/>
              <a:t>Describe six different sources of software</a:t>
            </a:r>
          </a:p>
          <a:p>
            <a:pPr eaLnBrk="1" hangingPunct="1">
              <a:buClr>
                <a:srgbClr val="BA2212"/>
              </a:buClr>
              <a:buFont typeface="Wingdings" pitchFamily="2" charset="2"/>
              <a:buChar char="ü"/>
            </a:pPr>
            <a:r>
              <a:rPr lang="en-US" dirty="0" smtClean="0"/>
              <a:t>Discuss how to evaluate off-the-shelf software</a:t>
            </a:r>
          </a:p>
          <a:p>
            <a:pPr eaLnBrk="1" hangingPunct="1">
              <a:buClr>
                <a:srgbClr val="BA2212"/>
              </a:buClr>
              <a:buFont typeface="Wingdings" pitchFamily="2" charset="2"/>
              <a:buChar char="ü"/>
            </a:pPr>
            <a:r>
              <a:rPr lang="en-US" dirty="0" smtClean="0"/>
              <a:t>Explain reuse and its role in software development</a:t>
            </a:r>
          </a:p>
        </p:txBody>
      </p:sp>
      <p:sp>
        <p:nvSpPr>
          <p:cNvPr id="39939"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410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9954CBB7-38B3-423F-AAB9-23E037ED53FC}" type="slidenum">
              <a:rPr lang="en-US" sz="1600">
                <a:solidFill>
                  <a:schemeClr val="tx1"/>
                </a:solidFill>
                <a:cs typeface="+mn-cs"/>
              </a:rPr>
              <a:pPr algn="ctr">
                <a:defRPr/>
              </a:pPr>
              <a:t>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Outsourcing</a:t>
            </a:r>
          </a:p>
        </p:txBody>
      </p:sp>
      <p:sp>
        <p:nvSpPr>
          <p:cNvPr id="40962" name="Rectangle 3" descr="Rectangle: Click to edit Master text styles&#10;Second level&#10;Third level&#10;Fourth level&#10;Fifth level"/>
          <p:cNvSpPr>
            <a:spLocks noGrp="1" noChangeArrowheads="1"/>
          </p:cNvSpPr>
          <p:nvPr>
            <p:ph idx="4294967295"/>
          </p:nvPr>
        </p:nvSpPr>
        <p:spPr>
          <a:xfrm>
            <a:off x="838200" y="1905000"/>
            <a:ext cx="7772400" cy="4648200"/>
          </a:xfrm>
        </p:spPr>
        <p:txBody>
          <a:bodyPr/>
          <a:lstStyle/>
          <a:p>
            <a:pPr eaLnBrk="1" hangingPunct="1">
              <a:lnSpc>
                <a:spcPct val="80000"/>
              </a:lnSpc>
            </a:pPr>
            <a:r>
              <a:rPr lang="en-US" sz="2400" smtClean="0"/>
              <a:t>Practice of turning over some or all responsibility for information systems applications and operations to another firm.</a:t>
            </a:r>
          </a:p>
          <a:p>
            <a:pPr eaLnBrk="1" hangingPunct="1">
              <a:lnSpc>
                <a:spcPct val="80000"/>
              </a:lnSpc>
            </a:pPr>
            <a:r>
              <a:rPr lang="en-US" sz="2400" smtClean="0"/>
              <a:t>Examples:</a:t>
            </a:r>
          </a:p>
          <a:p>
            <a:pPr lvl="1" eaLnBrk="1" hangingPunct="1">
              <a:lnSpc>
                <a:spcPct val="80000"/>
              </a:lnSpc>
            </a:pPr>
            <a:r>
              <a:rPr lang="en-US" sz="2000" smtClean="0"/>
              <a:t>Outsourcing firm develops and runs applications on their computers (Payroll application)</a:t>
            </a:r>
          </a:p>
          <a:p>
            <a:pPr lvl="1" eaLnBrk="1" hangingPunct="1">
              <a:lnSpc>
                <a:spcPct val="80000"/>
              </a:lnSpc>
            </a:pPr>
            <a:r>
              <a:rPr lang="en-US" sz="2000" smtClean="0"/>
              <a:t>Outsourcing firm runs applications at your site on your computers.</a:t>
            </a:r>
          </a:p>
          <a:p>
            <a:pPr eaLnBrk="1" hangingPunct="1">
              <a:lnSpc>
                <a:spcPct val="80000"/>
              </a:lnSpc>
            </a:pPr>
            <a:r>
              <a:rPr lang="en-US" sz="2400" smtClean="0"/>
              <a:t>Reasons to outsource</a:t>
            </a:r>
          </a:p>
          <a:p>
            <a:pPr lvl="1" eaLnBrk="1" hangingPunct="1">
              <a:lnSpc>
                <a:spcPct val="80000"/>
              </a:lnSpc>
            </a:pPr>
            <a:r>
              <a:rPr lang="en-US" sz="2000" smtClean="0"/>
              <a:t>Cost effective</a:t>
            </a:r>
          </a:p>
          <a:p>
            <a:pPr lvl="1" eaLnBrk="1" hangingPunct="1">
              <a:lnSpc>
                <a:spcPct val="80000"/>
              </a:lnSpc>
            </a:pPr>
            <a:r>
              <a:rPr lang="en-US" sz="2000" smtClean="0"/>
              <a:t>Overcome organizational problems in information systems unit</a:t>
            </a:r>
          </a:p>
          <a:p>
            <a:pPr eaLnBrk="1" hangingPunct="1">
              <a:lnSpc>
                <a:spcPct val="80000"/>
              </a:lnSpc>
            </a:pPr>
            <a:r>
              <a:rPr lang="en-US" sz="2400" smtClean="0"/>
              <a:t>Outsourcing should be considered during systems analysis</a:t>
            </a:r>
          </a:p>
        </p:txBody>
      </p:sp>
      <p:sp>
        <p:nvSpPr>
          <p:cNvPr id="40963"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512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1E74AC18-FEC4-4B7F-92FB-657525DFDF80}" type="slidenum">
              <a:rPr lang="en-US" sz="1600">
                <a:solidFill>
                  <a:schemeClr val="tx1"/>
                </a:solidFill>
                <a:cs typeface="+mn-cs"/>
              </a:rPr>
              <a:pPr algn="ctr">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p>
        </p:txBody>
      </p:sp>
      <p:sp>
        <p:nvSpPr>
          <p:cNvPr id="41986" name="Rectangle 3" descr="Rectangle: Click to edit Master text styles&#10;Second level&#10;Third level&#10;Fourth level&#10;Fifth level"/>
          <p:cNvSpPr>
            <a:spLocks noGrp="1" noChangeArrowheads="1"/>
          </p:cNvSpPr>
          <p:nvPr>
            <p:ph idx="4294967295"/>
          </p:nvPr>
        </p:nvSpPr>
        <p:spPr/>
        <p:txBody>
          <a:bodyPr/>
          <a:lstStyle/>
          <a:p>
            <a:pPr eaLnBrk="1" hangingPunct="1">
              <a:lnSpc>
                <a:spcPct val="90000"/>
              </a:lnSpc>
            </a:pPr>
            <a:r>
              <a:rPr lang="en-US" sz="2800" smtClean="0"/>
              <a:t>Information Technology Service Firms</a:t>
            </a:r>
          </a:p>
          <a:p>
            <a:pPr lvl="1" eaLnBrk="1" hangingPunct="1">
              <a:lnSpc>
                <a:spcPct val="90000"/>
              </a:lnSpc>
            </a:pPr>
            <a:r>
              <a:rPr lang="en-US" sz="2400" smtClean="0"/>
              <a:t>Utilized when</a:t>
            </a:r>
          </a:p>
          <a:p>
            <a:pPr lvl="2" eaLnBrk="1" hangingPunct="1">
              <a:lnSpc>
                <a:spcPct val="90000"/>
              </a:lnSpc>
            </a:pPr>
            <a:r>
              <a:rPr lang="en-US" sz="2000" smtClean="0"/>
              <a:t>Organization lacks resources to develop in-house system</a:t>
            </a:r>
          </a:p>
          <a:p>
            <a:pPr lvl="2" eaLnBrk="1" hangingPunct="1">
              <a:lnSpc>
                <a:spcPct val="90000"/>
              </a:lnSpc>
            </a:pPr>
            <a:r>
              <a:rPr lang="en-US" sz="2000" smtClean="0"/>
              <a:t>Suitable off-the-shelf solution is not available</a:t>
            </a:r>
          </a:p>
          <a:p>
            <a:pPr lvl="1" eaLnBrk="1" hangingPunct="1">
              <a:lnSpc>
                <a:spcPct val="90000"/>
              </a:lnSpc>
            </a:pPr>
            <a:r>
              <a:rPr lang="en-US" sz="2400" smtClean="0"/>
              <a:t>Help companies develop custom information systems for internal use</a:t>
            </a:r>
          </a:p>
          <a:p>
            <a:pPr lvl="1" eaLnBrk="1" hangingPunct="1">
              <a:lnSpc>
                <a:spcPct val="90000"/>
              </a:lnSpc>
            </a:pPr>
            <a:r>
              <a:rPr lang="en-US" sz="2400" smtClean="0"/>
              <a:t>Develop, host and run applications</a:t>
            </a:r>
          </a:p>
          <a:p>
            <a:pPr lvl="1" eaLnBrk="1" hangingPunct="1">
              <a:lnSpc>
                <a:spcPct val="90000"/>
              </a:lnSpc>
            </a:pPr>
            <a:r>
              <a:rPr lang="en-US" sz="2400" smtClean="0"/>
              <a:t>Provide other services</a:t>
            </a:r>
          </a:p>
          <a:p>
            <a:pPr lvl="1" eaLnBrk="1" hangingPunct="1">
              <a:lnSpc>
                <a:spcPct val="90000"/>
              </a:lnSpc>
            </a:pPr>
            <a:r>
              <a:rPr lang="en-US" sz="2400" smtClean="0"/>
              <a:t>IT Service firms employ consultants with domain-specific experience</a:t>
            </a:r>
          </a:p>
        </p:txBody>
      </p:sp>
      <p:sp>
        <p:nvSpPr>
          <p:cNvPr id="41987"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614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BD9D1C97-2BA4-4A75-B3A6-B9459A6A111A}" type="slidenum">
              <a:rPr lang="en-US" sz="1600">
                <a:solidFill>
                  <a:schemeClr val="tx1"/>
                </a:solidFill>
                <a:cs typeface="+mn-cs"/>
              </a:rPr>
              <a:pPr algn="ctr">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2" name="Rectangle 8"/>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 (Continued)</a:t>
            </a:r>
          </a:p>
        </p:txBody>
      </p:sp>
      <p:sp>
        <p:nvSpPr>
          <p:cNvPr id="43010" name="Rectangle 3" descr="Rectangle: Click to edit Master text styles&#10;Second level&#10;Third level&#10;Fourth level&#10;Fifth level"/>
          <p:cNvSpPr>
            <a:spLocks noGrp="1" noChangeArrowheads="1"/>
          </p:cNvSpPr>
          <p:nvPr>
            <p:ph idx="4294967295"/>
          </p:nvPr>
        </p:nvSpPr>
        <p:spPr/>
        <p:txBody>
          <a:bodyPr/>
          <a:lstStyle/>
          <a:p>
            <a:pPr eaLnBrk="1" hangingPunct="1">
              <a:lnSpc>
                <a:spcPct val="90000"/>
              </a:lnSpc>
            </a:pPr>
            <a:r>
              <a:rPr lang="en-US" sz="2800" smtClean="0"/>
              <a:t>Packaged Software Producers</a:t>
            </a:r>
          </a:p>
          <a:p>
            <a:pPr lvl="1" eaLnBrk="1" hangingPunct="1">
              <a:lnSpc>
                <a:spcPct val="90000"/>
              </a:lnSpc>
            </a:pPr>
            <a:r>
              <a:rPr lang="en-US" sz="2400" smtClean="0"/>
              <a:t>Produce pre-packed or off the shelf systems</a:t>
            </a:r>
          </a:p>
          <a:p>
            <a:pPr lvl="1" eaLnBrk="1" hangingPunct="1">
              <a:lnSpc>
                <a:spcPct val="90000"/>
              </a:lnSpc>
            </a:pPr>
            <a:r>
              <a:rPr lang="en-US" sz="2400" smtClean="0"/>
              <a:t>Products range from broad-based packages to industry specific packages</a:t>
            </a:r>
          </a:p>
          <a:p>
            <a:pPr lvl="1" eaLnBrk="1" hangingPunct="1">
              <a:lnSpc>
                <a:spcPct val="90000"/>
              </a:lnSpc>
            </a:pPr>
            <a:r>
              <a:rPr lang="en-US" sz="2400" smtClean="0"/>
              <a:t>Two types of software</a:t>
            </a:r>
          </a:p>
          <a:p>
            <a:pPr lvl="2" eaLnBrk="1" hangingPunct="1">
              <a:lnSpc>
                <a:spcPct val="90000"/>
              </a:lnSpc>
            </a:pPr>
            <a:r>
              <a:rPr lang="en-US" sz="2000" smtClean="0"/>
              <a:t>Turnkey – cannot be modified to meet specific users needs</a:t>
            </a:r>
          </a:p>
          <a:p>
            <a:pPr lvl="2" eaLnBrk="1" hangingPunct="1">
              <a:lnSpc>
                <a:spcPct val="90000"/>
              </a:lnSpc>
            </a:pPr>
            <a:r>
              <a:rPr lang="en-US" sz="2000" smtClean="0"/>
              <a:t>Non-turnkey – can be modified</a:t>
            </a:r>
          </a:p>
          <a:p>
            <a:pPr lvl="1" eaLnBrk="1" hangingPunct="1">
              <a:lnSpc>
                <a:spcPct val="90000"/>
              </a:lnSpc>
            </a:pPr>
            <a:r>
              <a:rPr lang="en-US" sz="2400" smtClean="0"/>
              <a:t>Off-the-shelf software can meet up to 70% of an organization’s needs.</a:t>
            </a:r>
          </a:p>
        </p:txBody>
      </p:sp>
      <p:sp>
        <p:nvSpPr>
          <p:cNvPr id="43011"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7173" name="Text Box 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B34CE5EA-A6D3-4F85-A999-D0336447061E}" type="slidenum">
              <a:rPr lang="en-US" sz="1600">
                <a:solidFill>
                  <a:schemeClr val="tx1"/>
                </a:solidFill>
                <a:cs typeface="+mn-cs"/>
              </a:rPr>
              <a:pPr algn="ctr">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 (Continued)</a:t>
            </a:r>
          </a:p>
        </p:txBody>
      </p:sp>
      <p:sp>
        <p:nvSpPr>
          <p:cNvPr id="44034" name="Rectangle 3" descr="Rectangle: Click to edit Master text styles&#10;Second level&#10;Third level&#10;Fourth level&#10;Fifth level"/>
          <p:cNvSpPr>
            <a:spLocks noGrp="1" noChangeArrowheads="1"/>
          </p:cNvSpPr>
          <p:nvPr>
            <p:ph idx="4294967295"/>
          </p:nvPr>
        </p:nvSpPr>
        <p:spPr/>
        <p:txBody>
          <a:bodyPr/>
          <a:lstStyle/>
          <a:p>
            <a:pPr eaLnBrk="1" hangingPunct="1">
              <a:lnSpc>
                <a:spcPct val="80000"/>
              </a:lnSpc>
            </a:pPr>
            <a:r>
              <a:rPr lang="en-US" sz="2400" smtClean="0"/>
              <a:t>Enterprise Solutions Software</a:t>
            </a:r>
          </a:p>
          <a:p>
            <a:pPr lvl="1" eaLnBrk="1" hangingPunct="1">
              <a:lnSpc>
                <a:spcPct val="80000"/>
              </a:lnSpc>
            </a:pPr>
            <a:r>
              <a:rPr lang="en-US" sz="2000" smtClean="0"/>
              <a:t>Also called Enterprise Resource Planning (ERP) Systems</a:t>
            </a:r>
          </a:p>
          <a:p>
            <a:pPr lvl="1" eaLnBrk="1" hangingPunct="1">
              <a:lnSpc>
                <a:spcPct val="80000"/>
              </a:lnSpc>
            </a:pPr>
            <a:r>
              <a:rPr lang="en-US" sz="2000" smtClean="0"/>
              <a:t>Consist of a series of integrated modules</a:t>
            </a:r>
          </a:p>
          <a:p>
            <a:pPr lvl="2" eaLnBrk="1" hangingPunct="1">
              <a:lnSpc>
                <a:spcPct val="80000"/>
              </a:lnSpc>
            </a:pPr>
            <a:r>
              <a:rPr lang="en-US" sz="1800" smtClean="0"/>
              <a:t>Each module supports individual traditional business function</a:t>
            </a:r>
          </a:p>
          <a:p>
            <a:pPr lvl="3" eaLnBrk="1" hangingPunct="1">
              <a:lnSpc>
                <a:spcPct val="80000"/>
              </a:lnSpc>
            </a:pPr>
            <a:r>
              <a:rPr lang="en-US" sz="1600" smtClean="0"/>
              <a:t>Accounting</a:t>
            </a:r>
          </a:p>
          <a:p>
            <a:pPr lvl="3" eaLnBrk="1" hangingPunct="1">
              <a:lnSpc>
                <a:spcPct val="80000"/>
              </a:lnSpc>
            </a:pPr>
            <a:r>
              <a:rPr lang="en-US" sz="1600" smtClean="0"/>
              <a:t>Distribution</a:t>
            </a:r>
          </a:p>
          <a:p>
            <a:pPr lvl="3" eaLnBrk="1" hangingPunct="1">
              <a:lnSpc>
                <a:spcPct val="80000"/>
              </a:lnSpc>
            </a:pPr>
            <a:r>
              <a:rPr lang="en-US" sz="1600" smtClean="0"/>
              <a:t>Manufacturing</a:t>
            </a:r>
          </a:p>
          <a:p>
            <a:pPr lvl="3" eaLnBrk="1" hangingPunct="1">
              <a:lnSpc>
                <a:spcPct val="80000"/>
              </a:lnSpc>
            </a:pPr>
            <a:r>
              <a:rPr lang="en-US" sz="1600" smtClean="0"/>
              <a:t>Human Resources</a:t>
            </a:r>
          </a:p>
          <a:p>
            <a:pPr lvl="2" eaLnBrk="1" hangingPunct="1">
              <a:lnSpc>
                <a:spcPct val="80000"/>
              </a:lnSpc>
            </a:pPr>
            <a:r>
              <a:rPr lang="en-US" sz="1800" smtClean="0"/>
              <a:t>Integrated to focus on business processes rather than business functional areas</a:t>
            </a:r>
          </a:p>
          <a:p>
            <a:pPr lvl="1" eaLnBrk="1" hangingPunct="1">
              <a:lnSpc>
                <a:spcPct val="80000"/>
              </a:lnSpc>
            </a:pPr>
            <a:r>
              <a:rPr lang="en-US" sz="2000" smtClean="0"/>
              <a:t>Enables an organization to integrate all parts of a business process in a unified information system</a:t>
            </a:r>
          </a:p>
          <a:p>
            <a:pPr lvl="2" eaLnBrk="1" hangingPunct="1">
              <a:lnSpc>
                <a:spcPct val="80000"/>
              </a:lnSpc>
            </a:pPr>
            <a:r>
              <a:rPr lang="en-US" sz="1800" smtClean="0"/>
              <a:t>All aspects of a transaction occur seamlessly in single information system</a:t>
            </a:r>
          </a:p>
          <a:p>
            <a:pPr lvl="2" eaLnBrk="1" hangingPunct="1">
              <a:lnSpc>
                <a:spcPct val="80000"/>
              </a:lnSpc>
              <a:buFont typeface="Wingdings" pitchFamily="2" charset="2"/>
              <a:buNone/>
            </a:pPr>
            <a:endParaRPr lang="en-US" sz="1800" smtClean="0"/>
          </a:p>
        </p:txBody>
      </p:sp>
      <p:sp>
        <p:nvSpPr>
          <p:cNvPr id="44035"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8197"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dirty="0">
                <a:solidFill>
                  <a:schemeClr val="tx1"/>
                </a:solidFill>
                <a:cs typeface="+mn-cs"/>
              </a:rPr>
              <a:t>2.</a:t>
            </a:r>
            <a:fld id="{0A707476-9A96-4D1F-8736-656B4814AB7C}" type="slidenum">
              <a:rPr lang="en-US" sz="1600">
                <a:solidFill>
                  <a:schemeClr val="tx1"/>
                </a:solidFill>
                <a:cs typeface="+mn-cs"/>
              </a:rPr>
              <a:pPr algn="ctr">
                <a:defRPr/>
              </a:pPr>
              <a:t>6</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 (Continued)</a:t>
            </a:r>
          </a:p>
        </p:txBody>
      </p:sp>
      <p:sp>
        <p:nvSpPr>
          <p:cNvPr id="45058" name="Rectangle 3" descr="Rectangle: Click to edit Master text styles&#10;Second level&#10;Third level&#10;Fourth level&#10;Fifth level"/>
          <p:cNvSpPr>
            <a:spLocks noGrp="1" noChangeArrowheads="1"/>
          </p:cNvSpPr>
          <p:nvPr>
            <p:ph idx="4294967295"/>
          </p:nvPr>
        </p:nvSpPr>
        <p:spPr/>
        <p:txBody>
          <a:bodyPr/>
          <a:lstStyle/>
          <a:p>
            <a:pPr lvl="1" eaLnBrk="1" hangingPunct="1"/>
            <a:r>
              <a:rPr lang="en-US" smtClean="0"/>
              <a:t>Benefits</a:t>
            </a:r>
          </a:p>
          <a:p>
            <a:pPr lvl="2" eaLnBrk="1" hangingPunct="1"/>
            <a:r>
              <a:rPr lang="en-US" smtClean="0"/>
              <a:t>Single repository for all aspects of a business process</a:t>
            </a:r>
          </a:p>
          <a:p>
            <a:pPr lvl="3" eaLnBrk="1" hangingPunct="1"/>
            <a:r>
              <a:rPr lang="en-US" smtClean="0"/>
              <a:t>Ensures more consistent and accurate data</a:t>
            </a:r>
          </a:p>
          <a:p>
            <a:pPr lvl="3" eaLnBrk="1" hangingPunct="1"/>
            <a:r>
              <a:rPr lang="en-US" smtClean="0"/>
              <a:t>Less maintenance</a:t>
            </a:r>
          </a:p>
          <a:p>
            <a:pPr lvl="2" eaLnBrk="1" hangingPunct="1"/>
            <a:r>
              <a:rPr lang="en-US" smtClean="0"/>
              <a:t>Flexibility of modules</a:t>
            </a:r>
          </a:p>
          <a:p>
            <a:pPr lvl="3" eaLnBrk="1" hangingPunct="1"/>
            <a:r>
              <a:rPr lang="en-US" smtClean="0"/>
              <a:t>Additional modules can be added as needed</a:t>
            </a:r>
          </a:p>
          <a:p>
            <a:pPr lvl="3" eaLnBrk="1" hangingPunct="1"/>
            <a:r>
              <a:rPr lang="en-US" smtClean="0"/>
              <a:t>Additional modules are immediately integrated into existing system</a:t>
            </a:r>
          </a:p>
          <a:p>
            <a:pPr eaLnBrk="1" hangingPunct="1"/>
            <a:endParaRPr lang="en-US" smtClean="0"/>
          </a:p>
        </p:txBody>
      </p:sp>
      <p:sp>
        <p:nvSpPr>
          <p:cNvPr id="45059"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6"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dirty="0">
                <a:solidFill>
                  <a:schemeClr val="tx1"/>
                </a:solidFill>
                <a:cs typeface="+mn-cs"/>
              </a:rPr>
              <a:t>2.</a:t>
            </a:r>
            <a:fld id="{A06A3280-6E02-479E-92D3-459C231779F1}" type="slidenum">
              <a:rPr lang="en-US" sz="1600">
                <a:solidFill>
                  <a:schemeClr val="tx1"/>
                </a:solidFill>
                <a:cs typeface="+mn-cs"/>
              </a:rPr>
              <a:pPr algn="ctr">
                <a:defRPr/>
              </a:pPr>
              <a:t>7</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ERP Systems (Continued)</a:t>
            </a:r>
          </a:p>
        </p:txBody>
      </p:sp>
      <p:sp>
        <p:nvSpPr>
          <p:cNvPr id="46082" name="Rectangle 3" descr="Rectangle: Click to edit Master text styles&#10;Second level&#10;Third level&#10;Fourth level&#10;Fifth level"/>
          <p:cNvSpPr>
            <a:spLocks noGrp="1" noChangeArrowheads="1"/>
          </p:cNvSpPr>
          <p:nvPr>
            <p:ph idx="4294967295"/>
          </p:nvPr>
        </p:nvSpPr>
        <p:spPr/>
        <p:txBody>
          <a:bodyPr/>
          <a:lstStyle/>
          <a:p>
            <a:pPr lvl="1" eaLnBrk="1" hangingPunct="1"/>
            <a:r>
              <a:rPr lang="en-US" smtClean="0"/>
              <a:t>Disadvantages</a:t>
            </a:r>
          </a:p>
          <a:p>
            <a:pPr lvl="2" eaLnBrk="1" hangingPunct="1"/>
            <a:r>
              <a:rPr lang="en-US" smtClean="0"/>
              <a:t>Complexity of implementation</a:t>
            </a:r>
          </a:p>
          <a:p>
            <a:pPr lvl="3" eaLnBrk="1" hangingPunct="1"/>
            <a:r>
              <a:rPr lang="en-US" smtClean="0"/>
              <a:t>Extended implementation time</a:t>
            </a:r>
          </a:p>
          <a:p>
            <a:pPr lvl="2" eaLnBrk="1" hangingPunct="1"/>
            <a:r>
              <a:rPr lang="en-US" smtClean="0"/>
              <a:t>Reliance upon consultants</a:t>
            </a:r>
          </a:p>
          <a:p>
            <a:pPr lvl="2" eaLnBrk="1" hangingPunct="1"/>
            <a:r>
              <a:rPr lang="en-US" smtClean="0"/>
              <a:t>Often, organizations must change the way that they do business in order to use systems</a:t>
            </a:r>
          </a:p>
          <a:p>
            <a:pPr lvl="1" eaLnBrk="1" hangingPunct="1"/>
            <a:r>
              <a:rPr lang="en-US" smtClean="0"/>
              <a:t> ERP vendors</a:t>
            </a:r>
          </a:p>
          <a:p>
            <a:pPr lvl="2" eaLnBrk="1" hangingPunct="1"/>
            <a:r>
              <a:rPr lang="en-US" smtClean="0"/>
              <a:t>SAP</a:t>
            </a:r>
          </a:p>
          <a:p>
            <a:pPr lvl="2" eaLnBrk="1" hangingPunct="1"/>
            <a:r>
              <a:rPr lang="en-US" smtClean="0"/>
              <a:t>Oracle</a:t>
            </a:r>
          </a:p>
          <a:p>
            <a:pPr lvl="2" eaLnBrk="1" hangingPunct="1"/>
            <a:endParaRPr lang="en-US" smtClean="0"/>
          </a:p>
          <a:p>
            <a:pPr lvl="2" eaLnBrk="1" hangingPunct="1">
              <a:buFont typeface="Wingdings" pitchFamily="2" charset="2"/>
              <a:buNone/>
            </a:pPr>
            <a:endParaRPr lang="en-US" smtClean="0"/>
          </a:p>
        </p:txBody>
      </p:sp>
      <p:sp>
        <p:nvSpPr>
          <p:cNvPr id="46083"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024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D40D03F6-A68A-4773-8E10-50FEF9336367}" type="slidenum">
              <a:rPr lang="en-US" sz="1600">
                <a:solidFill>
                  <a:schemeClr val="tx1"/>
                </a:solidFill>
                <a:cs typeface="+mn-cs"/>
              </a:rPr>
              <a:pPr algn="ctr">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1026"/>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(Continued)</a:t>
            </a:r>
          </a:p>
        </p:txBody>
      </p:sp>
      <p:sp>
        <p:nvSpPr>
          <p:cNvPr id="47106" name="Rectangle 1027" descr="Rectangle: Click to edit Master text styles&#10;Second level&#10;Third level&#10;Fourth level&#10;Fifth level"/>
          <p:cNvSpPr>
            <a:spLocks noGrp="1" noChangeArrowheads="1"/>
          </p:cNvSpPr>
          <p:nvPr>
            <p:ph idx="4294967295"/>
          </p:nvPr>
        </p:nvSpPr>
        <p:spPr>
          <a:xfrm>
            <a:off x="838200" y="1905000"/>
            <a:ext cx="7772400" cy="4495800"/>
          </a:xfrm>
        </p:spPr>
        <p:txBody>
          <a:bodyPr/>
          <a:lstStyle/>
          <a:p>
            <a:pPr marL="609600" indent="-609600" eaLnBrk="1" hangingPunct="1">
              <a:lnSpc>
                <a:spcPct val="80000"/>
              </a:lnSpc>
            </a:pPr>
            <a:r>
              <a:rPr lang="en-US" sz="2400" smtClean="0"/>
              <a:t>Cloud Computing</a:t>
            </a:r>
          </a:p>
          <a:p>
            <a:pPr marL="971550" lvl="1" indent="-457200" eaLnBrk="1" hangingPunct="1">
              <a:lnSpc>
                <a:spcPct val="80000"/>
              </a:lnSpc>
            </a:pPr>
            <a:r>
              <a:rPr lang="en-US" sz="2200" smtClean="0"/>
              <a:t>Software is rented or licensed from third party providers</a:t>
            </a:r>
          </a:p>
          <a:p>
            <a:pPr marL="1371600" lvl="2" indent="-457200" eaLnBrk="1" hangingPunct="1">
              <a:lnSpc>
                <a:spcPct val="80000"/>
              </a:lnSpc>
            </a:pPr>
            <a:r>
              <a:rPr lang="en-US" sz="1800" smtClean="0"/>
              <a:t>Run at remote sites</a:t>
            </a:r>
          </a:p>
          <a:p>
            <a:pPr marL="971550" lvl="1" indent="-457200" eaLnBrk="1" hangingPunct="1">
              <a:lnSpc>
                <a:spcPct val="80000"/>
              </a:lnSpc>
            </a:pPr>
            <a:r>
              <a:rPr lang="en-US" sz="2200" smtClean="0"/>
              <a:t>Applications are accessed through the Internet or a VPN</a:t>
            </a:r>
          </a:p>
          <a:p>
            <a:pPr marL="971550" lvl="1" indent="-457200" eaLnBrk="1" hangingPunct="1">
              <a:lnSpc>
                <a:spcPct val="80000"/>
              </a:lnSpc>
            </a:pPr>
            <a:r>
              <a:rPr lang="en-US" sz="2200" smtClean="0"/>
              <a:t>Applications bought, installed and maintained by service provider</a:t>
            </a:r>
          </a:p>
          <a:p>
            <a:pPr marL="971550" lvl="1" indent="-457200" eaLnBrk="1" hangingPunct="1">
              <a:lnSpc>
                <a:spcPct val="80000"/>
              </a:lnSpc>
            </a:pPr>
            <a:r>
              <a:rPr lang="en-US" sz="2200" smtClean="0"/>
              <a:t>Users pay per-use or month-to-month license</a:t>
            </a:r>
          </a:p>
          <a:p>
            <a:pPr marL="971550" lvl="1" indent="-457200" eaLnBrk="1" hangingPunct="1">
              <a:lnSpc>
                <a:spcPct val="80000"/>
              </a:lnSpc>
            </a:pPr>
            <a:r>
              <a:rPr lang="en-US" sz="2200" smtClean="0"/>
              <a:t>Includes software as a service as well as hardware as a service</a:t>
            </a:r>
          </a:p>
          <a:p>
            <a:pPr marL="971550" lvl="1" indent="-457200" eaLnBrk="1" hangingPunct="1">
              <a:lnSpc>
                <a:spcPct val="80000"/>
              </a:lnSpc>
            </a:pPr>
            <a:r>
              <a:rPr lang="en-US" sz="2200" smtClean="0"/>
              <a:t>Some examples:</a:t>
            </a:r>
          </a:p>
          <a:p>
            <a:pPr marL="1371600" lvl="2" indent="-457200" eaLnBrk="1" hangingPunct="1">
              <a:lnSpc>
                <a:spcPct val="80000"/>
              </a:lnSpc>
            </a:pPr>
            <a:r>
              <a:rPr lang="en-US" sz="1800" smtClean="0"/>
              <a:t>Google Apps</a:t>
            </a:r>
          </a:p>
          <a:p>
            <a:pPr marL="1371600" lvl="2" indent="-457200" eaLnBrk="1" hangingPunct="1">
              <a:lnSpc>
                <a:spcPct val="80000"/>
              </a:lnSpc>
            </a:pPr>
            <a:r>
              <a:rPr lang="en-US" sz="1800" smtClean="0"/>
              <a:t>Salesforce.com</a:t>
            </a:r>
          </a:p>
        </p:txBody>
      </p:sp>
      <p:sp>
        <p:nvSpPr>
          <p:cNvPr id="47107"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1269" name="Text Box 102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8CDCF384-B3EB-418C-B20B-93BE38109F1C}" type="slidenum">
              <a:rPr lang="en-US" sz="1600">
                <a:solidFill>
                  <a:schemeClr val="tx1"/>
                </a:solidFill>
                <a:cs typeface="+mn-cs"/>
              </a:rPr>
              <a:pPr algn="ctr">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457200" y="267494"/>
            <a:ext cx="8229600" cy="1399032"/>
          </a:xfrm>
        </p:spPr>
        <p:txBody>
          <a:bodyPr>
            <a:normAutofit fontScale="90000"/>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Cloud Computing (Continued)</a:t>
            </a:r>
          </a:p>
        </p:txBody>
      </p:sp>
      <p:sp>
        <p:nvSpPr>
          <p:cNvPr id="158723" name="Rectangle 3" descr="Rectangle: Click to edit Master text styles&#10;Second level&#10;Third level&#10;Fourth level&#10;Fifth level"/>
          <p:cNvSpPr>
            <a:spLocks noGrp="1" noChangeArrowheads="1"/>
          </p:cNvSpPr>
          <p:nvPr>
            <p:ph idx="4294967295"/>
          </p:nvPr>
        </p:nvSpPr>
        <p:spPr/>
        <p:txBody>
          <a:bodyPr>
            <a:normAutofit/>
          </a:bodyPr>
          <a:lstStyle/>
          <a:p>
            <a:pPr marL="1009650" lvl="1" indent="-609600" eaLnBrk="1" fontAlgn="auto" hangingPunct="1">
              <a:spcAft>
                <a:spcPts val="0"/>
              </a:spcAft>
              <a:buFont typeface="Verdana"/>
              <a:buChar char="›"/>
              <a:defRPr/>
            </a:pPr>
            <a:r>
              <a:rPr lang="en-US" kern="1200" dirty="0">
                <a:ea typeface="+mn-ea"/>
              </a:rPr>
              <a:t>Predicted that by </a:t>
            </a:r>
            <a:r>
              <a:rPr lang="en-US" kern="1200" dirty="0" smtClean="0">
                <a:ea typeface="+mn-ea"/>
              </a:rPr>
              <a:t>2015 will create 14 million new jobs.</a:t>
            </a:r>
            <a:endParaRPr lang="en-US" kern="1200" dirty="0">
              <a:ea typeface="+mn-ea"/>
            </a:endParaRPr>
          </a:p>
          <a:p>
            <a:pPr marL="1390650" lvl="2" indent="-533400" eaLnBrk="1" fontAlgn="auto" hangingPunct="1">
              <a:spcAft>
                <a:spcPts val="0"/>
              </a:spcAft>
              <a:buFont typeface="Wingdings 2"/>
              <a:buChar char=""/>
              <a:defRPr/>
            </a:pPr>
            <a:r>
              <a:rPr lang="en-US" kern="1200" dirty="0">
                <a:ea typeface="+mn-ea"/>
              </a:rPr>
              <a:t>Total market of </a:t>
            </a:r>
            <a:r>
              <a:rPr lang="en-US" kern="1200" dirty="0" smtClean="0">
                <a:ea typeface="+mn-ea"/>
              </a:rPr>
              <a:t>$1.1 trillion.</a:t>
            </a:r>
            <a:endParaRPr lang="en-US" kern="1200" dirty="0">
              <a:ea typeface="+mn-ea"/>
            </a:endParaRPr>
          </a:p>
          <a:p>
            <a:pPr marL="990600" lvl="1" indent="-533400" eaLnBrk="1" fontAlgn="auto" hangingPunct="1">
              <a:spcAft>
                <a:spcPts val="0"/>
              </a:spcAft>
              <a:buFont typeface="Verdana"/>
              <a:buChar char="›"/>
              <a:defRPr/>
            </a:pPr>
            <a:r>
              <a:rPr lang="en-US" kern="1200" dirty="0">
                <a:ea typeface="+mn-ea"/>
              </a:rPr>
              <a:t>Reasons for Choosing Cloud</a:t>
            </a:r>
          </a:p>
          <a:p>
            <a:pPr marL="1390650" lvl="2" indent="-533400" eaLnBrk="1" fontAlgn="auto" hangingPunct="1">
              <a:spcAft>
                <a:spcPts val="0"/>
              </a:spcAft>
              <a:buFont typeface="Wingdings 2"/>
              <a:buChar char=""/>
              <a:defRPr/>
            </a:pPr>
            <a:r>
              <a:rPr lang="en-US" kern="1200" dirty="0">
                <a:ea typeface="+mn-ea"/>
              </a:rPr>
              <a:t>Freeing internal IT staff</a:t>
            </a:r>
          </a:p>
          <a:p>
            <a:pPr marL="1390650" lvl="2" indent="-533400" eaLnBrk="1" fontAlgn="auto" hangingPunct="1">
              <a:spcAft>
                <a:spcPts val="0"/>
              </a:spcAft>
              <a:buFont typeface="Wingdings 2"/>
              <a:buChar char=""/>
              <a:defRPr/>
            </a:pPr>
            <a:r>
              <a:rPr lang="en-US" kern="1200" dirty="0">
                <a:ea typeface="+mn-ea"/>
              </a:rPr>
              <a:t>Faster access to applications than internal development</a:t>
            </a:r>
          </a:p>
          <a:p>
            <a:pPr marL="1390650" lvl="2" indent="-533400" eaLnBrk="1" fontAlgn="auto" hangingPunct="1">
              <a:spcAft>
                <a:spcPts val="0"/>
              </a:spcAft>
              <a:buFont typeface="Wingdings 2"/>
              <a:buChar char=""/>
              <a:defRPr/>
            </a:pPr>
            <a:r>
              <a:rPr lang="en-US" kern="1200" dirty="0">
                <a:ea typeface="+mn-ea"/>
              </a:rPr>
              <a:t>Lower-cost access to corporate-quality applications</a:t>
            </a:r>
          </a:p>
          <a:p>
            <a:pPr marL="990600" lvl="1" indent="-533400" eaLnBrk="1" fontAlgn="auto" hangingPunct="1">
              <a:spcAft>
                <a:spcPts val="0"/>
              </a:spcAft>
              <a:buFont typeface="Wingdings" pitchFamily="2" charset="2"/>
              <a:buNone/>
              <a:defRPr/>
            </a:pPr>
            <a:endParaRPr lang="en-US" kern="1200" dirty="0">
              <a:ea typeface="+mn-ea"/>
            </a:endParaRPr>
          </a:p>
          <a:p>
            <a:pPr marL="1371600" lvl="2" indent="-457200" eaLnBrk="1" fontAlgn="auto" hangingPunct="1">
              <a:spcAft>
                <a:spcPts val="0"/>
              </a:spcAft>
              <a:buFont typeface="Wingdings" pitchFamily="2" charset="2"/>
              <a:buNone/>
              <a:defRPr/>
            </a:pPr>
            <a:endParaRPr lang="en-US" kern="1200" dirty="0">
              <a:ea typeface="+mn-ea"/>
            </a:endParaRPr>
          </a:p>
          <a:p>
            <a:pPr marL="1371600" lvl="2" indent="-457200" eaLnBrk="1" fontAlgn="auto" hangingPunct="1">
              <a:spcAft>
                <a:spcPts val="0"/>
              </a:spcAft>
              <a:buFont typeface="Wingdings 2"/>
              <a:buChar char=""/>
              <a:defRPr/>
            </a:pPr>
            <a:endParaRPr lang="en-US" kern="1200" dirty="0">
              <a:ea typeface="+mn-ea"/>
            </a:endParaRPr>
          </a:p>
          <a:p>
            <a:pPr marL="1371600" lvl="2" indent="-457200" eaLnBrk="1" fontAlgn="auto" hangingPunct="1">
              <a:spcAft>
                <a:spcPts val="0"/>
              </a:spcAft>
              <a:buFont typeface="Wingdings 2"/>
              <a:buChar char=""/>
              <a:defRPr/>
            </a:pPr>
            <a:endParaRPr lang="en-US" kern="1200" dirty="0">
              <a:ea typeface="+mn-ea"/>
            </a:endParaRPr>
          </a:p>
        </p:txBody>
      </p:sp>
      <p:sp>
        <p:nvSpPr>
          <p:cNvPr id="48131"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229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58A57CFD-22C5-4C94-855F-2A9554DED6E1}" type="slidenum">
              <a:rPr lang="en-US" sz="1600">
                <a:solidFill>
                  <a:schemeClr val="tx1"/>
                </a:solidFill>
                <a:cs typeface="+mn-cs"/>
              </a:rPr>
              <a:pPr algn="ctr">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idx="4294967295"/>
          </p:nvPr>
        </p:nvSpPr>
        <p:spPr>
          <a:xfrm>
            <a:off x="457200" y="267494"/>
            <a:ext cx="8229600" cy="1399032"/>
          </a:xfrm>
        </p:spPr>
        <p:txBody>
          <a:bodyPr>
            <a:normAutofit fontScale="90000"/>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Cloud Computing (Continued)</a:t>
            </a:r>
          </a:p>
        </p:txBody>
      </p:sp>
      <p:sp>
        <p:nvSpPr>
          <p:cNvPr id="158723" name="Rectangle 3" descr="Rectangle: Click to edit Master text styles&#10;Second level&#10;Third level&#10;Fourth level&#10;Fifth level"/>
          <p:cNvSpPr>
            <a:spLocks noGrp="1" noChangeArrowheads="1"/>
          </p:cNvSpPr>
          <p:nvPr>
            <p:ph idx="4294967295"/>
          </p:nvPr>
        </p:nvSpPr>
        <p:spPr/>
        <p:txBody>
          <a:bodyPr>
            <a:normAutofit/>
          </a:bodyPr>
          <a:lstStyle/>
          <a:p>
            <a:pPr marL="1009650" lvl="1" indent="-609600" eaLnBrk="1" fontAlgn="auto" hangingPunct="1">
              <a:spcAft>
                <a:spcPts val="0"/>
              </a:spcAft>
              <a:buFont typeface="Verdana"/>
              <a:buChar char="›"/>
              <a:defRPr/>
            </a:pPr>
            <a:r>
              <a:rPr lang="en-US" kern="1200" dirty="0">
                <a:ea typeface="+mn-ea"/>
              </a:rPr>
              <a:t>Concerns</a:t>
            </a:r>
          </a:p>
          <a:p>
            <a:pPr marL="1409700" lvl="2" indent="-609600" eaLnBrk="1" fontAlgn="auto" hangingPunct="1">
              <a:spcAft>
                <a:spcPts val="0"/>
              </a:spcAft>
              <a:buFont typeface="Wingdings 2"/>
              <a:buChar char=""/>
              <a:defRPr/>
            </a:pPr>
            <a:r>
              <a:rPr lang="en-US" kern="1200" dirty="0">
                <a:ea typeface="+mn-ea"/>
              </a:rPr>
              <a:t>Reliability</a:t>
            </a:r>
          </a:p>
          <a:p>
            <a:pPr marL="1409700" lvl="2" indent="-609600" eaLnBrk="1" fontAlgn="auto" hangingPunct="1">
              <a:spcAft>
                <a:spcPts val="0"/>
              </a:spcAft>
              <a:buFont typeface="Wingdings 2"/>
              <a:buChar char=""/>
              <a:defRPr/>
            </a:pPr>
            <a:r>
              <a:rPr lang="en-US" kern="1200" dirty="0">
                <a:ea typeface="+mn-ea"/>
              </a:rPr>
              <a:t>Security</a:t>
            </a:r>
          </a:p>
          <a:p>
            <a:pPr marL="1409700" lvl="2" indent="-609600" eaLnBrk="1" fontAlgn="auto" hangingPunct="1">
              <a:spcAft>
                <a:spcPts val="0"/>
              </a:spcAft>
              <a:buFont typeface="Wingdings 2"/>
              <a:buChar char=""/>
              <a:defRPr/>
            </a:pPr>
            <a:r>
              <a:rPr lang="en-US" kern="1200" dirty="0">
                <a:ea typeface="+mn-ea"/>
              </a:rPr>
              <a:t>Compliance with government regulations</a:t>
            </a:r>
          </a:p>
          <a:p>
            <a:pPr marL="1866900" lvl="3" indent="-609600" eaLnBrk="1" fontAlgn="auto" hangingPunct="1">
              <a:spcAft>
                <a:spcPts val="0"/>
              </a:spcAft>
              <a:buFont typeface="Wingdings 2"/>
              <a:buChar char=""/>
              <a:defRPr/>
            </a:pPr>
            <a:r>
              <a:rPr lang="en-US" kern="1200" dirty="0">
                <a:ea typeface="+mn-ea"/>
              </a:rPr>
              <a:t>Sarbanes-Oxley</a:t>
            </a:r>
          </a:p>
          <a:p>
            <a:pPr marL="990600" lvl="1" indent="-533400" eaLnBrk="1" fontAlgn="auto" hangingPunct="1">
              <a:spcAft>
                <a:spcPts val="0"/>
              </a:spcAft>
              <a:buFont typeface="Wingdings" pitchFamily="2" charset="2"/>
              <a:buNone/>
              <a:defRPr/>
            </a:pPr>
            <a:endParaRPr lang="en-US" kern="1200" dirty="0">
              <a:ea typeface="+mn-ea"/>
            </a:endParaRPr>
          </a:p>
          <a:p>
            <a:pPr marL="1371600" lvl="2" indent="-457200" eaLnBrk="1" fontAlgn="auto" hangingPunct="1">
              <a:spcAft>
                <a:spcPts val="0"/>
              </a:spcAft>
              <a:buFont typeface="Wingdings" pitchFamily="2" charset="2"/>
              <a:buNone/>
              <a:defRPr/>
            </a:pPr>
            <a:endParaRPr lang="en-US" kern="1200" dirty="0">
              <a:ea typeface="+mn-ea"/>
            </a:endParaRPr>
          </a:p>
          <a:p>
            <a:pPr marL="1371600" lvl="2" indent="-457200" eaLnBrk="1" fontAlgn="auto" hangingPunct="1">
              <a:spcAft>
                <a:spcPts val="0"/>
              </a:spcAft>
              <a:buFont typeface="Wingdings 2"/>
              <a:buChar char=""/>
              <a:defRPr/>
            </a:pPr>
            <a:endParaRPr lang="en-US" kern="1200" dirty="0">
              <a:ea typeface="+mn-ea"/>
            </a:endParaRPr>
          </a:p>
          <a:p>
            <a:pPr marL="1371600" lvl="2" indent="-457200" eaLnBrk="1" fontAlgn="auto" hangingPunct="1">
              <a:spcAft>
                <a:spcPts val="0"/>
              </a:spcAft>
              <a:buFont typeface="Wingdings 2"/>
              <a:buChar char=""/>
              <a:defRPr/>
            </a:pPr>
            <a:endParaRPr lang="en-US" kern="1200" dirty="0">
              <a:ea typeface="+mn-ea"/>
            </a:endParaRPr>
          </a:p>
        </p:txBody>
      </p:sp>
      <p:sp>
        <p:nvSpPr>
          <p:cNvPr id="49155"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331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93C35349-4B5F-4270-9D20-F66790AAD1D8}" type="slidenum">
              <a:rPr lang="en-US" sz="1600">
                <a:solidFill>
                  <a:schemeClr val="tx1"/>
                </a:solidFill>
                <a:cs typeface="+mn-cs"/>
              </a:rPr>
              <a:pPr algn="ctr">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sz="4000"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sz="4000"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kern="12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(Continued)</a:t>
            </a:r>
          </a:p>
        </p:txBody>
      </p:sp>
      <p:sp>
        <p:nvSpPr>
          <p:cNvPr id="50178" name="Rectangle 3" descr="Rectangle: Click to edit Master text styles&#10;Second level&#10;Third level&#10;Fourth level&#10;Fifth level"/>
          <p:cNvSpPr>
            <a:spLocks noGrp="1" noChangeArrowheads="1"/>
          </p:cNvSpPr>
          <p:nvPr>
            <p:ph idx="4294967295"/>
          </p:nvPr>
        </p:nvSpPr>
        <p:spPr/>
        <p:txBody>
          <a:bodyPr/>
          <a:lstStyle/>
          <a:p>
            <a:pPr marL="533400" indent="-533400" eaLnBrk="1" hangingPunct="1">
              <a:buFont typeface="Wingdings" pitchFamily="2" charset="2"/>
              <a:buChar char=""/>
            </a:pPr>
            <a:r>
              <a:rPr lang="en-US" sz="2800" smtClean="0"/>
              <a:t>Open-Source Software</a:t>
            </a:r>
            <a:endParaRPr lang="en-US" sz="2200" smtClean="0"/>
          </a:p>
          <a:p>
            <a:pPr marL="914400" lvl="1" indent="-457200" eaLnBrk="1" hangingPunct="1">
              <a:buFont typeface="Lucida Grande"/>
              <a:buChar char="›"/>
            </a:pPr>
            <a:r>
              <a:rPr lang="en-US" sz="2400" smtClean="0"/>
              <a:t>Freely available</a:t>
            </a:r>
          </a:p>
          <a:p>
            <a:pPr marL="914400" lvl="1" indent="-457200" eaLnBrk="1" hangingPunct="1">
              <a:buFont typeface="Lucida Grande"/>
              <a:buChar char="›"/>
            </a:pPr>
            <a:r>
              <a:rPr lang="en-US" sz="2400" smtClean="0"/>
              <a:t>Includes source-code</a:t>
            </a:r>
          </a:p>
          <a:p>
            <a:pPr marL="914400" lvl="1" indent="-457200" eaLnBrk="1" hangingPunct="1">
              <a:buFont typeface="Lucida Grande"/>
              <a:buChar char="›"/>
            </a:pPr>
            <a:r>
              <a:rPr lang="en-US" sz="2400" smtClean="0"/>
              <a:t>Maintained by a group of interested individuals</a:t>
            </a:r>
          </a:p>
          <a:p>
            <a:pPr marL="914400" lvl="1" indent="-457200" eaLnBrk="1" hangingPunct="1">
              <a:buFont typeface="Lucida Grande"/>
              <a:buChar char="›"/>
            </a:pPr>
            <a:r>
              <a:rPr lang="en-US" sz="2400" smtClean="0"/>
              <a:t>Some examples</a:t>
            </a:r>
          </a:p>
          <a:p>
            <a:pPr marL="1295400" lvl="2" indent="-381000" eaLnBrk="1" hangingPunct="1"/>
            <a:r>
              <a:rPr lang="en-US" sz="2000" smtClean="0"/>
              <a:t>Linux</a:t>
            </a:r>
          </a:p>
          <a:p>
            <a:pPr marL="1295400" lvl="2" indent="-381000" eaLnBrk="1" hangingPunct="1"/>
            <a:r>
              <a:rPr lang="en-US" sz="2000" smtClean="0"/>
              <a:t>Firefox</a:t>
            </a:r>
          </a:p>
          <a:p>
            <a:pPr marL="1295400" lvl="2" indent="-381000" eaLnBrk="1" hangingPunct="1"/>
            <a:r>
              <a:rPr lang="en-US" sz="2000" smtClean="0"/>
              <a:t>mySQL</a:t>
            </a:r>
          </a:p>
        </p:txBody>
      </p:sp>
      <p:sp>
        <p:nvSpPr>
          <p:cNvPr id="50179"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434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F88B4D29-8684-449E-87A6-BFF4E857EA0E}" type="slidenum">
              <a:rPr lang="en-US" sz="1600">
                <a:solidFill>
                  <a:schemeClr val="tx1"/>
                </a:solidFill>
                <a:cs typeface="+mn-cs"/>
              </a:rPr>
              <a:pPr algn="ctr">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1026"/>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Sources of Software</a:t>
            </a:r>
            <a:b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b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(Continued)</a:t>
            </a:r>
          </a:p>
        </p:txBody>
      </p:sp>
      <p:sp>
        <p:nvSpPr>
          <p:cNvPr id="51202" name="Rectangle 1027" descr="Rectangle: Click to edit Master text styles&#10;Second level&#10;Third level&#10;Fourth level&#10;Fifth level"/>
          <p:cNvSpPr>
            <a:spLocks noGrp="1" noChangeArrowheads="1"/>
          </p:cNvSpPr>
          <p:nvPr>
            <p:ph idx="4294967295"/>
          </p:nvPr>
        </p:nvSpPr>
        <p:spPr>
          <a:xfrm>
            <a:off x="838200" y="1676400"/>
            <a:ext cx="7772400" cy="4343400"/>
          </a:xfrm>
        </p:spPr>
        <p:txBody>
          <a:bodyPr/>
          <a:lstStyle/>
          <a:p>
            <a:pPr marL="609600" indent="-609600" eaLnBrk="1" hangingPunct="1">
              <a:buFont typeface="Wingdings" pitchFamily="2" charset="2"/>
              <a:buChar char=""/>
            </a:pPr>
            <a:r>
              <a:rPr lang="en-US" sz="2800" smtClean="0"/>
              <a:t>In-House Development</a:t>
            </a:r>
          </a:p>
          <a:p>
            <a:pPr marL="990600" lvl="1" indent="-533400" eaLnBrk="1" hangingPunct="1">
              <a:buFont typeface="Lucida Grande"/>
              <a:buChar char="›"/>
            </a:pPr>
            <a:r>
              <a:rPr lang="en-US" sz="2400" smtClean="0"/>
              <a:t>Complete system</a:t>
            </a:r>
          </a:p>
          <a:p>
            <a:pPr marL="990600" lvl="1" indent="-533400" eaLnBrk="1" hangingPunct="1">
              <a:buFont typeface="Lucida Grande"/>
              <a:buChar char="›"/>
            </a:pPr>
            <a:r>
              <a:rPr lang="en-US" sz="2400" smtClean="0"/>
              <a:t>Hybrid systems</a:t>
            </a:r>
          </a:p>
          <a:p>
            <a:pPr marL="990600" lvl="1" indent="-533400" eaLnBrk="1" hangingPunct="1">
              <a:buClr>
                <a:schemeClr val="hlink"/>
              </a:buClr>
              <a:buSzTx/>
              <a:buFont typeface="Wingdings" pitchFamily="2" charset="2"/>
              <a:buNone/>
            </a:pPr>
            <a:endParaRPr lang="en-US" sz="2400" smtClean="0"/>
          </a:p>
          <a:p>
            <a:pPr marL="609600" indent="-609600" eaLnBrk="1" hangingPunct="1">
              <a:lnSpc>
                <a:spcPct val="90000"/>
              </a:lnSpc>
              <a:buFont typeface="Wingdings" pitchFamily="2" charset="2"/>
              <a:buNone/>
            </a:pPr>
            <a:endParaRPr lang="en-US" sz="2400" smtClean="0"/>
          </a:p>
          <a:p>
            <a:pPr marL="609600" indent="-609600" eaLnBrk="1" hangingPunct="1">
              <a:lnSpc>
                <a:spcPct val="90000"/>
              </a:lnSpc>
            </a:pPr>
            <a:endParaRPr lang="en-US" sz="2800" smtClean="0"/>
          </a:p>
        </p:txBody>
      </p:sp>
      <p:sp>
        <p:nvSpPr>
          <p:cNvPr id="51203"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5365" name="Text Box 1031"/>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A6723CA4-ABC2-47B0-9D2D-565BBD33C627}" type="slidenum">
              <a:rPr lang="en-US" sz="1600">
                <a:solidFill>
                  <a:schemeClr val="tx1"/>
                </a:solidFill>
                <a:cs typeface="+mn-cs"/>
              </a:rPr>
              <a:pPr algn="ctr">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Choosing Off-the-Shelf Software</a:t>
            </a:r>
          </a:p>
        </p:txBody>
      </p:sp>
      <p:sp>
        <p:nvSpPr>
          <p:cNvPr id="52226" name="Rectangle 3" descr="Rectangle: Click to edit Master text styles&#10;Second level&#10;Third level&#10;Fourth level&#10;Fifth level"/>
          <p:cNvSpPr>
            <a:spLocks noGrp="1" noChangeArrowheads="1"/>
          </p:cNvSpPr>
          <p:nvPr>
            <p:ph idx="4294967295"/>
          </p:nvPr>
        </p:nvSpPr>
        <p:spPr/>
        <p:txBody>
          <a:bodyPr/>
          <a:lstStyle/>
          <a:p>
            <a:pPr marL="609600" indent="-609600" eaLnBrk="1" hangingPunct="1">
              <a:buFont typeface="Wingdings" pitchFamily="2" charset="2"/>
              <a:buChar char=""/>
            </a:pPr>
            <a:r>
              <a:rPr lang="en-US" sz="2800" smtClean="0"/>
              <a:t>Criteria</a:t>
            </a:r>
          </a:p>
          <a:p>
            <a:pPr marL="990600" lvl="1" indent="-533400" eaLnBrk="1" hangingPunct="1">
              <a:buFont typeface="Lucida Grande"/>
              <a:buChar char="›"/>
            </a:pPr>
            <a:r>
              <a:rPr lang="en-US" sz="2400" smtClean="0"/>
              <a:t>Cost</a:t>
            </a:r>
          </a:p>
          <a:p>
            <a:pPr marL="1371600" lvl="2" indent="-457200" eaLnBrk="1" hangingPunct="1"/>
            <a:r>
              <a:rPr lang="en-US" sz="2000" smtClean="0"/>
              <a:t>In-house versus purchase</a:t>
            </a:r>
          </a:p>
          <a:p>
            <a:pPr marL="990600" lvl="1" indent="-533400" eaLnBrk="1" hangingPunct="1">
              <a:buFont typeface="Lucida Grande"/>
              <a:buChar char="›"/>
            </a:pPr>
            <a:r>
              <a:rPr lang="en-US" sz="2400" smtClean="0"/>
              <a:t>Functionality</a:t>
            </a:r>
          </a:p>
          <a:p>
            <a:pPr marL="990600" lvl="1" indent="-533400" eaLnBrk="1" hangingPunct="1">
              <a:buFont typeface="Lucida Grande"/>
              <a:buChar char="›"/>
            </a:pPr>
            <a:r>
              <a:rPr lang="en-US" sz="2400" smtClean="0"/>
              <a:t>Vendor Support</a:t>
            </a:r>
          </a:p>
          <a:p>
            <a:pPr marL="990600" lvl="1" indent="-533400" eaLnBrk="1" hangingPunct="1">
              <a:buFont typeface="Lucida Grande"/>
              <a:buChar char="›"/>
            </a:pPr>
            <a:r>
              <a:rPr lang="en-US" sz="2400" smtClean="0"/>
              <a:t>Viability of Vendor</a:t>
            </a:r>
          </a:p>
          <a:p>
            <a:pPr marL="990600" lvl="1" indent="-533400" eaLnBrk="1" hangingPunct="1">
              <a:buFont typeface="Lucida Grande"/>
              <a:buChar char="›"/>
            </a:pPr>
            <a:r>
              <a:rPr lang="en-US" sz="2400" smtClean="0"/>
              <a:t>Flexibility</a:t>
            </a:r>
          </a:p>
          <a:p>
            <a:pPr marL="990600" lvl="1" indent="-533400" eaLnBrk="1" hangingPunct="1">
              <a:buFont typeface="Lucida Grande"/>
              <a:buChar char="›"/>
            </a:pPr>
            <a:r>
              <a:rPr lang="en-US" sz="2400" smtClean="0"/>
              <a:t>Documentation</a:t>
            </a:r>
          </a:p>
          <a:p>
            <a:pPr marL="990600" lvl="1" indent="-533400" eaLnBrk="1" hangingPunct="1">
              <a:buFont typeface="Lucida Grande"/>
              <a:buChar char="›"/>
            </a:pPr>
            <a:r>
              <a:rPr lang="en-US" sz="2400" smtClean="0"/>
              <a:t>Response Time</a:t>
            </a:r>
          </a:p>
          <a:p>
            <a:pPr marL="990600" lvl="1" indent="-533400" eaLnBrk="1" hangingPunct="1">
              <a:buFont typeface="Lucida Grande"/>
              <a:buChar char="›"/>
            </a:pPr>
            <a:r>
              <a:rPr lang="en-US" sz="2400" smtClean="0"/>
              <a:t>Ease of Installation</a:t>
            </a:r>
            <a:endParaRPr lang="en-US" sz="2000" smtClean="0"/>
          </a:p>
        </p:txBody>
      </p:sp>
      <p:sp>
        <p:nvSpPr>
          <p:cNvPr id="52227"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638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E6E9DAB2-65C1-4093-AFC2-67EF949F4184}" type="slidenum">
              <a:rPr lang="en-US" sz="1600">
                <a:solidFill>
                  <a:schemeClr val="tx1"/>
                </a:solidFill>
                <a:cs typeface="+mn-cs"/>
              </a:rPr>
              <a:pPr algn="ctr">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sz="40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Validating Purchased Software Information</a:t>
            </a:r>
          </a:p>
        </p:txBody>
      </p:sp>
      <p:sp>
        <p:nvSpPr>
          <p:cNvPr id="53250" name="Rectangle 3" descr="Rectangle: Click to edit Master text styles&#10;Second level&#10;Third level&#10;Fourth level&#10;Fifth level"/>
          <p:cNvSpPr>
            <a:spLocks noGrp="1" noChangeArrowheads="1"/>
          </p:cNvSpPr>
          <p:nvPr>
            <p:ph idx="4294967295"/>
          </p:nvPr>
        </p:nvSpPr>
        <p:spPr/>
        <p:txBody>
          <a:bodyPr/>
          <a:lstStyle/>
          <a:p>
            <a:pPr marL="609600" indent="-609600" eaLnBrk="1" hangingPunct="1">
              <a:buFont typeface="Wingdings" pitchFamily="2" charset="2"/>
              <a:buChar char=""/>
            </a:pPr>
            <a:r>
              <a:rPr lang="en-US" sz="2800" smtClean="0"/>
              <a:t>Information from vendor</a:t>
            </a:r>
          </a:p>
          <a:p>
            <a:pPr marL="990600" lvl="1" indent="-533400" eaLnBrk="1" hangingPunct="1">
              <a:buFont typeface="Lucida Grande"/>
              <a:buChar char="›"/>
            </a:pPr>
            <a:r>
              <a:rPr lang="en-US" sz="2400" smtClean="0"/>
              <a:t>Documentation</a:t>
            </a:r>
          </a:p>
          <a:p>
            <a:pPr marL="990600" lvl="1" indent="-533400" eaLnBrk="1" hangingPunct="1">
              <a:buFont typeface="Lucida Grande"/>
              <a:buChar char="›"/>
            </a:pPr>
            <a:r>
              <a:rPr lang="en-US" sz="2400" smtClean="0"/>
              <a:t>Marketing literature</a:t>
            </a:r>
          </a:p>
          <a:p>
            <a:pPr marL="990600" lvl="1" indent="-533400" eaLnBrk="1" hangingPunct="1">
              <a:buFont typeface="Lucida Grande"/>
              <a:buChar char="›"/>
            </a:pPr>
            <a:r>
              <a:rPr lang="en-US" sz="2400" smtClean="0"/>
              <a:t>Questionnaire</a:t>
            </a:r>
          </a:p>
          <a:p>
            <a:pPr marL="609600" indent="-609600" eaLnBrk="1" hangingPunct="1">
              <a:buFont typeface="Wingdings" pitchFamily="2" charset="2"/>
              <a:buChar char=""/>
            </a:pPr>
            <a:r>
              <a:rPr lang="en-US" sz="2800" smtClean="0"/>
              <a:t>Request for Proposal</a:t>
            </a:r>
          </a:p>
          <a:p>
            <a:pPr marL="609600" indent="-609600" eaLnBrk="1" hangingPunct="1">
              <a:buFont typeface="Wingdings" pitchFamily="2" charset="2"/>
              <a:buChar char=""/>
            </a:pPr>
            <a:r>
              <a:rPr lang="en-US" sz="2800" smtClean="0"/>
              <a:t>Software Test drive</a:t>
            </a:r>
          </a:p>
          <a:p>
            <a:pPr marL="609600" indent="-609600" eaLnBrk="1" hangingPunct="1">
              <a:buFont typeface="Wingdings" pitchFamily="2" charset="2"/>
              <a:buChar char=""/>
            </a:pPr>
            <a:r>
              <a:rPr lang="en-US" sz="2800" smtClean="0"/>
              <a:t>Feedback from other users</a:t>
            </a:r>
          </a:p>
          <a:p>
            <a:pPr marL="609600" indent="-609600" eaLnBrk="1" hangingPunct="1">
              <a:buFont typeface="Wingdings" pitchFamily="2" charset="2"/>
              <a:buChar char=""/>
            </a:pPr>
            <a:r>
              <a:rPr lang="en-US" sz="2800" smtClean="0"/>
              <a:t>Independent software testing services</a:t>
            </a:r>
          </a:p>
        </p:txBody>
      </p:sp>
      <p:sp>
        <p:nvSpPr>
          <p:cNvPr id="53251"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741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0F1BABB6-A58D-4405-9593-C5E2582A5537}" type="slidenum">
              <a:rPr lang="en-US" sz="1600">
                <a:solidFill>
                  <a:schemeClr val="tx1"/>
                </a:solidFill>
                <a:cs typeface="+mn-cs"/>
              </a:rPr>
              <a:pPr algn="ctr">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Reuse</a:t>
            </a:r>
          </a:p>
        </p:txBody>
      </p:sp>
      <p:sp>
        <p:nvSpPr>
          <p:cNvPr id="54274" name="Rectangle 3" descr="Rectangle: Click to edit Master text styles&#10;Second level&#10;Third level&#10;Fourth level&#10;Fifth level"/>
          <p:cNvSpPr>
            <a:spLocks noGrp="1" noChangeArrowheads="1"/>
          </p:cNvSpPr>
          <p:nvPr>
            <p:ph idx="4294967295"/>
          </p:nvPr>
        </p:nvSpPr>
        <p:spPr/>
        <p:txBody>
          <a:bodyPr/>
          <a:lstStyle/>
          <a:p>
            <a:pPr marL="609600" indent="-609600" eaLnBrk="1" hangingPunct="1">
              <a:lnSpc>
                <a:spcPct val="80000"/>
              </a:lnSpc>
              <a:buFont typeface="Wingdings" pitchFamily="2" charset="2"/>
              <a:buChar char=""/>
            </a:pPr>
            <a:r>
              <a:rPr lang="en-US" sz="2800" smtClean="0"/>
              <a:t>Use of previously written software resources in new applications</a:t>
            </a:r>
          </a:p>
          <a:p>
            <a:pPr marL="609600" indent="-609600" eaLnBrk="1" hangingPunct="1">
              <a:lnSpc>
                <a:spcPct val="80000"/>
              </a:lnSpc>
              <a:buFont typeface="Wingdings" pitchFamily="2" charset="2"/>
              <a:buChar char=""/>
            </a:pPr>
            <a:r>
              <a:rPr lang="en-US" sz="2800" smtClean="0"/>
              <a:t>Most often applied to object-oriented and component-based development</a:t>
            </a:r>
          </a:p>
          <a:p>
            <a:pPr marL="609600" indent="-609600" eaLnBrk="1" hangingPunct="1">
              <a:lnSpc>
                <a:spcPct val="80000"/>
              </a:lnSpc>
              <a:buFont typeface="Wingdings" pitchFamily="2" charset="2"/>
              <a:buChar char=""/>
            </a:pPr>
            <a:r>
              <a:rPr lang="en-US" sz="2800" smtClean="0"/>
              <a:t>Reuse of object classes</a:t>
            </a:r>
          </a:p>
          <a:p>
            <a:pPr marL="990600" lvl="1" indent="-533400" eaLnBrk="1" hangingPunct="1">
              <a:lnSpc>
                <a:spcPct val="80000"/>
              </a:lnSpc>
              <a:buFont typeface="Lucida Grande"/>
              <a:buChar char="›"/>
            </a:pPr>
            <a:r>
              <a:rPr lang="en-US" sz="2400" smtClean="0"/>
              <a:t>Increases productivity</a:t>
            </a:r>
          </a:p>
          <a:p>
            <a:pPr marL="990600" lvl="1" indent="-533400" eaLnBrk="1" hangingPunct="1">
              <a:lnSpc>
                <a:spcPct val="80000"/>
              </a:lnSpc>
              <a:buFont typeface="Lucida Grande"/>
              <a:buChar char="›"/>
            </a:pPr>
            <a:r>
              <a:rPr lang="en-US" sz="2400" smtClean="0"/>
              <a:t>Reduces defect density</a:t>
            </a:r>
          </a:p>
          <a:p>
            <a:pPr marL="990600" lvl="1" indent="-533400" eaLnBrk="1" hangingPunct="1">
              <a:lnSpc>
                <a:spcPct val="80000"/>
              </a:lnSpc>
              <a:buFont typeface="Lucida Grande"/>
              <a:buChar char="›"/>
            </a:pPr>
            <a:r>
              <a:rPr lang="en-US" sz="2400" smtClean="0"/>
              <a:t>Reduces rework</a:t>
            </a:r>
          </a:p>
          <a:p>
            <a:pPr marL="609600" indent="-609600" eaLnBrk="1" hangingPunct="1">
              <a:lnSpc>
                <a:spcPct val="80000"/>
              </a:lnSpc>
              <a:buFont typeface="Wingdings" pitchFamily="2" charset="2"/>
              <a:buChar char=""/>
            </a:pPr>
            <a:r>
              <a:rPr lang="en-US" sz="2800" smtClean="0"/>
              <a:t>Reuse plan must be matched with companies strategic business goals</a:t>
            </a:r>
            <a:endParaRPr lang="en-US" smtClean="0"/>
          </a:p>
        </p:txBody>
      </p:sp>
      <p:sp>
        <p:nvSpPr>
          <p:cNvPr id="54275"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843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2615B0AE-4974-4327-9EA5-B189E826A480}" type="slidenum">
              <a:rPr lang="en-US" sz="1600">
                <a:solidFill>
                  <a:schemeClr val="tx1"/>
                </a:solidFill>
                <a:cs typeface="+mn-cs"/>
              </a:rPr>
              <a:pPr algn="ctr">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1026"/>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Reuse (Continued)</a:t>
            </a:r>
          </a:p>
        </p:txBody>
      </p:sp>
      <p:sp>
        <p:nvSpPr>
          <p:cNvPr id="55298" name="Rectangle 1027" descr="Rectangle: Click to edit Master text styles&#10;Second level&#10;Third level&#10;Fourth level&#10;Fifth level"/>
          <p:cNvSpPr>
            <a:spLocks noGrp="1" noChangeArrowheads="1"/>
          </p:cNvSpPr>
          <p:nvPr>
            <p:ph idx="4294967295"/>
          </p:nvPr>
        </p:nvSpPr>
        <p:spPr/>
        <p:txBody>
          <a:bodyPr/>
          <a:lstStyle/>
          <a:p>
            <a:pPr marL="609600" indent="-609600" eaLnBrk="1" hangingPunct="1">
              <a:buFont typeface="Wingdings" pitchFamily="2" charset="2"/>
              <a:buChar char=""/>
            </a:pPr>
            <a:r>
              <a:rPr lang="en-US" sz="2800" smtClean="0"/>
              <a:t>Four Approaches</a:t>
            </a:r>
          </a:p>
          <a:p>
            <a:pPr marL="990600" lvl="1" indent="-533400" eaLnBrk="1" hangingPunct="1">
              <a:buClr>
                <a:schemeClr val="hlink"/>
              </a:buClr>
              <a:buSzTx/>
              <a:buFont typeface="Verdana" pitchFamily="34" charset="0"/>
              <a:buNone/>
            </a:pPr>
            <a:r>
              <a:rPr lang="en-US" sz="2400" smtClean="0">
                <a:solidFill>
                  <a:srgbClr val="FF388C"/>
                </a:solidFill>
              </a:rPr>
              <a:t>1.   </a:t>
            </a:r>
            <a:r>
              <a:rPr lang="en-US" sz="2400" smtClean="0"/>
              <a:t>Ad hoc Reuse</a:t>
            </a:r>
          </a:p>
          <a:p>
            <a:pPr marL="990600" lvl="1" indent="-533400" eaLnBrk="1" hangingPunct="1">
              <a:buClr>
                <a:schemeClr val="hlink"/>
              </a:buClr>
              <a:buSzTx/>
              <a:buFont typeface="Verdana" pitchFamily="34" charset="0"/>
              <a:buNone/>
            </a:pPr>
            <a:r>
              <a:rPr lang="en-US" sz="2400" smtClean="0">
                <a:solidFill>
                  <a:srgbClr val="FF388C"/>
                </a:solidFill>
              </a:rPr>
              <a:t>2.   </a:t>
            </a:r>
            <a:r>
              <a:rPr lang="en-US" sz="2400" smtClean="0"/>
              <a:t>Facilitated Reuse</a:t>
            </a:r>
          </a:p>
          <a:p>
            <a:pPr marL="990600" lvl="1" indent="-533400" eaLnBrk="1" hangingPunct="1">
              <a:buClr>
                <a:schemeClr val="hlink"/>
              </a:buClr>
              <a:buSzTx/>
              <a:buFont typeface="Verdana" pitchFamily="34" charset="0"/>
              <a:buNone/>
            </a:pPr>
            <a:r>
              <a:rPr lang="en-US" sz="2400" smtClean="0">
                <a:solidFill>
                  <a:srgbClr val="FF388C"/>
                </a:solidFill>
              </a:rPr>
              <a:t>3.   </a:t>
            </a:r>
            <a:r>
              <a:rPr lang="en-US" sz="2400" smtClean="0"/>
              <a:t>Managed Reuse</a:t>
            </a:r>
          </a:p>
          <a:p>
            <a:pPr marL="990600" lvl="1" indent="-533400" eaLnBrk="1" hangingPunct="1">
              <a:buClr>
                <a:schemeClr val="hlink"/>
              </a:buClr>
              <a:buSzTx/>
              <a:buFont typeface="Verdana" pitchFamily="34" charset="0"/>
              <a:buNone/>
            </a:pPr>
            <a:r>
              <a:rPr lang="en-US" sz="2400" smtClean="0">
                <a:solidFill>
                  <a:srgbClr val="FF388C"/>
                </a:solidFill>
              </a:rPr>
              <a:t>4.   </a:t>
            </a:r>
            <a:r>
              <a:rPr lang="en-US" sz="2400" smtClean="0"/>
              <a:t>Designed Reuse</a:t>
            </a:r>
          </a:p>
        </p:txBody>
      </p:sp>
      <p:sp>
        <p:nvSpPr>
          <p:cNvPr id="55299"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19461" name="Text Box 102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FCA79282-63E7-489E-80AD-80C04DD33590}" type="slidenum">
              <a:rPr lang="en-US" sz="1600">
                <a:solidFill>
                  <a:schemeClr val="tx1"/>
                </a:solidFill>
                <a:cs typeface="+mn-cs"/>
              </a:rPr>
              <a:pPr algn="ctr">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2"/>
          <p:cNvSpPr>
            <a:spLocks noGrp="1" noChangeArrowheads="1"/>
          </p:cNvSpPr>
          <p:nvPr>
            <p:ph type="title" idx="4294967295"/>
          </p:nvPr>
        </p:nvSpPr>
        <p:spPr>
          <a:xfrm>
            <a:off x="457200" y="267494"/>
            <a:ext cx="8229600" cy="1399032"/>
          </a:xfrm>
        </p:spPr>
        <p:txBody>
          <a:bodyPr>
            <a:normAutofit/>
          </a:bodyPr>
          <a:lstStyle/>
          <a:p>
            <a:pPr marL="484632" eaLnBrk="1" fontAlgn="auto" hangingPunct="1">
              <a:spcAft>
                <a:spcPts val="0"/>
              </a:spcAft>
              <a:defRPr/>
            </a:pPr>
            <a:r>
              <a:rPr lang="en-US"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rPr>
              <a:t>Summary</a:t>
            </a:r>
          </a:p>
        </p:txBody>
      </p:sp>
      <p:sp>
        <p:nvSpPr>
          <p:cNvPr id="56322" name="Rectangle 3" descr="Rectangle: Click to edit Master text styles&#10;Second level&#10;Third level&#10;Fourth level&#10;Fifth level"/>
          <p:cNvSpPr>
            <a:spLocks noGrp="1" noChangeArrowheads="1"/>
          </p:cNvSpPr>
          <p:nvPr>
            <p:ph idx="4294967295"/>
          </p:nvPr>
        </p:nvSpPr>
        <p:spPr/>
        <p:txBody>
          <a:bodyPr/>
          <a:lstStyle/>
          <a:p>
            <a:pPr eaLnBrk="1" hangingPunct="1">
              <a:buFont typeface="Wingdings" pitchFamily="2" charset="2"/>
              <a:buChar char=""/>
            </a:pPr>
            <a:r>
              <a:rPr lang="en-US" smtClean="0"/>
              <a:t>Outsourcing</a:t>
            </a:r>
          </a:p>
          <a:p>
            <a:pPr eaLnBrk="1" hangingPunct="1">
              <a:buFont typeface="Wingdings" pitchFamily="2" charset="2"/>
              <a:buChar char=""/>
            </a:pPr>
            <a:r>
              <a:rPr lang="en-US" smtClean="0"/>
              <a:t>Six different sources of software</a:t>
            </a:r>
          </a:p>
          <a:p>
            <a:pPr eaLnBrk="1" hangingPunct="1">
              <a:buFont typeface="Wingdings" pitchFamily="2" charset="2"/>
              <a:buChar char=""/>
            </a:pPr>
            <a:r>
              <a:rPr lang="en-US" smtClean="0"/>
              <a:t>Evaluation of off-the-shelf software</a:t>
            </a:r>
          </a:p>
          <a:p>
            <a:pPr eaLnBrk="1" hangingPunct="1">
              <a:buFont typeface="Wingdings" pitchFamily="2" charset="2"/>
              <a:buChar char=""/>
            </a:pPr>
            <a:r>
              <a:rPr lang="en-US" smtClean="0"/>
              <a:t>Reuse</a:t>
            </a:r>
            <a:br>
              <a:rPr lang="en-US" smtClean="0"/>
            </a:br>
            <a:endParaRPr lang="en-US" smtClean="0"/>
          </a:p>
        </p:txBody>
      </p:sp>
      <p:sp>
        <p:nvSpPr>
          <p:cNvPr id="56323" name="Footer Placeholder 4"/>
          <p:cNvSpPr>
            <a:spLocks noGrp="1"/>
          </p:cNvSpPr>
          <p:nvPr>
            <p:ph type="ftr" sz="quarter" idx="11"/>
          </p:nvPr>
        </p:nvSpPr>
        <p:spPr bwMode="auto">
          <a:xfrm>
            <a:off x="457200" y="6481763"/>
            <a:ext cx="5410200" cy="300037"/>
          </a:xfrm>
          <a:noFill/>
          <a:ln>
            <a:miter lim="800000"/>
            <a:headEnd/>
            <a:tailEnd/>
          </a:ln>
        </p:spPr>
        <p:txBody>
          <a:bodyPr wrap="square" lIns="91440" tIns="45720" rIns="91440" bIns="45720" numCol="1" anchorCtr="0" compatLnSpc="1">
            <a:prstTxWarp prst="textNoShape">
              <a:avLst/>
            </a:prstTxWarp>
          </a:bodyPr>
          <a:lstStyle/>
          <a:p>
            <a:r>
              <a:rPr lang="en-US" sz="1200" dirty="0" smtClean="0"/>
              <a:t>Copyright © 2015 Pearson Education, Inc. Publishing as Prentice Hall</a:t>
            </a:r>
          </a:p>
        </p:txBody>
      </p:sp>
      <p:sp>
        <p:nvSpPr>
          <p:cNvPr id="2048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2.</a:t>
            </a:r>
            <a:fld id="{02D56AB0-7070-4A44-8D56-09DF1CB35157}" type="slidenum">
              <a:rPr lang="en-US" sz="1600">
                <a:solidFill>
                  <a:schemeClr val="tx1"/>
                </a:solidFill>
                <a:cs typeface="+mn-cs"/>
              </a:rPr>
              <a:pPr algn="ctr">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3491"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3492"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1_Verve">
  <a:themeElements>
    <a:clrScheme name="1_Verve 1">
      <a:dk1>
        <a:srgbClr val="666666"/>
      </a:dk1>
      <a:lt1>
        <a:srgbClr val="FFFFFF"/>
      </a:lt1>
      <a:dk2>
        <a:srgbClr val="000000"/>
      </a:dk2>
      <a:lt2>
        <a:srgbClr val="D2D2D2"/>
      </a:lt2>
      <a:accent1>
        <a:srgbClr val="FF388C"/>
      </a:accent1>
      <a:accent2>
        <a:srgbClr val="E40059"/>
      </a:accent2>
      <a:accent3>
        <a:srgbClr val="AAAAAA"/>
      </a:accent3>
      <a:accent4>
        <a:srgbClr val="DADADA"/>
      </a:accent4>
      <a:accent5>
        <a:srgbClr val="FFAEC5"/>
      </a:accent5>
      <a:accent6>
        <a:srgbClr val="CF0050"/>
      </a:accent6>
      <a:hlink>
        <a:srgbClr val="17BBFD"/>
      </a:hlink>
      <a:folHlink>
        <a:srgbClr val="FF79C2"/>
      </a:folHlink>
    </a:clrScheme>
    <a:fontScheme name="1_Verve">
      <a:majorFont>
        <a:latin typeface="Century Gothic"/>
        <a:ea typeface=""/>
        <a:cs typeface="Arial"/>
      </a:majorFont>
      <a:minorFont>
        <a:latin typeface="Century Gothic"/>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Verve 1">
        <a:dk1>
          <a:srgbClr val="666666"/>
        </a:dk1>
        <a:lt1>
          <a:srgbClr val="FFFFFF"/>
        </a:lt1>
        <a:dk2>
          <a:srgbClr val="000000"/>
        </a:dk2>
        <a:lt2>
          <a:srgbClr val="D2D2D2"/>
        </a:lt2>
        <a:accent1>
          <a:srgbClr val="FF388C"/>
        </a:accent1>
        <a:accent2>
          <a:srgbClr val="E40059"/>
        </a:accent2>
        <a:accent3>
          <a:srgbClr val="AAAAAA"/>
        </a:accent3>
        <a:accent4>
          <a:srgbClr val="DADADA"/>
        </a:accent4>
        <a:accent5>
          <a:srgbClr val="FFAEC5"/>
        </a:accent5>
        <a:accent6>
          <a:srgbClr val="CF0050"/>
        </a:accent6>
        <a:hlink>
          <a:srgbClr val="17BBFD"/>
        </a:hlink>
        <a:folHlink>
          <a:srgbClr val="FF79C2"/>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Verve">
  <a:themeElements>
    <a:clrScheme name="2_Verve 1">
      <a:dk1>
        <a:srgbClr val="666666"/>
      </a:dk1>
      <a:lt1>
        <a:srgbClr val="FFFFFF"/>
      </a:lt1>
      <a:dk2>
        <a:srgbClr val="000000"/>
      </a:dk2>
      <a:lt2>
        <a:srgbClr val="D2D2D2"/>
      </a:lt2>
      <a:accent1>
        <a:srgbClr val="FF388C"/>
      </a:accent1>
      <a:accent2>
        <a:srgbClr val="E40059"/>
      </a:accent2>
      <a:accent3>
        <a:srgbClr val="AAAAAA"/>
      </a:accent3>
      <a:accent4>
        <a:srgbClr val="DADADA"/>
      </a:accent4>
      <a:accent5>
        <a:srgbClr val="FFAEC5"/>
      </a:accent5>
      <a:accent6>
        <a:srgbClr val="CF0050"/>
      </a:accent6>
      <a:hlink>
        <a:srgbClr val="17BBFD"/>
      </a:hlink>
      <a:folHlink>
        <a:srgbClr val="FF79C2"/>
      </a:folHlink>
    </a:clrScheme>
    <a:fontScheme name="2_Verve">
      <a:majorFont>
        <a:latin typeface="Century Gothic"/>
        <a:ea typeface=""/>
        <a:cs typeface="Arial"/>
      </a:majorFont>
      <a:minorFont>
        <a:latin typeface="Century Gothic"/>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Verve 1">
        <a:dk1>
          <a:srgbClr val="666666"/>
        </a:dk1>
        <a:lt1>
          <a:srgbClr val="FFFFFF"/>
        </a:lt1>
        <a:dk2>
          <a:srgbClr val="000000"/>
        </a:dk2>
        <a:lt2>
          <a:srgbClr val="D2D2D2"/>
        </a:lt2>
        <a:accent1>
          <a:srgbClr val="FF388C"/>
        </a:accent1>
        <a:accent2>
          <a:srgbClr val="E40059"/>
        </a:accent2>
        <a:accent3>
          <a:srgbClr val="AAAAAA"/>
        </a:accent3>
        <a:accent4>
          <a:srgbClr val="DADADA"/>
        </a:accent4>
        <a:accent5>
          <a:srgbClr val="FFAEC5"/>
        </a:accent5>
        <a:accent6>
          <a:srgbClr val="CF0050"/>
        </a:accent6>
        <a:hlink>
          <a:srgbClr val="17BBFD"/>
        </a:hlink>
        <a:folHlink>
          <a:srgbClr val="FF79C2"/>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2104</TotalTime>
  <Words>915</Words>
  <Application>Microsoft Office PowerPoint</Application>
  <PresentationFormat>On-screen Show (4:3)</PresentationFormat>
  <Paragraphs>184</Paragraphs>
  <Slides>19</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19</vt:i4>
      </vt:variant>
    </vt:vector>
  </HeadingPairs>
  <TitlesOfParts>
    <vt:vector size="30" baseType="lpstr">
      <vt:lpstr>Arial</vt:lpstr>
      <vt:lpstr>Century Gothic</vt:lpstr>
      <vt:lpstr>Lucida Grande</vt:lpstr>
      <vt:lpstr>Tahoma</vt:lpstr>
      <vt:lpstr>Times New Roman</vt:lpstr>
      <vt:lpstr>Verdana</vt:lpstr>
      <vt:lpstr>Wingdings</vt:lpstr>
      <vt:lpstr>Wingdings 2</vt:lpstr>
      <vt:lpstr>Verve</vt:lpstr>
      <vt:lpstr>1_Verve</vt:lpstr>
      <vt:lpstr>2_Verve</vt:lpstr>
      <vt:lpstr>Essentials of Systems Analysis and Design Sixth Edition  Joseph S. Valacich Joey F. George Jeffrey A. Hoffer  </vt:lpstr>
      <vt:lpstr>Learning Objectives</vt:lpstr>
      <vt:lpstr>Outsourcing</vt:lpstr>
      <vt:lpstr>Sources of Software</vt:lpstr>
      <vt:lpstr>Sources of Software (Continued)</vt:lpstr>
      <vt:lpstr>Sources of Software (Continued)</vt:lpstr>
      <vt:lpstr>Sources of Software (Continued)</vt:lpstr>
      <vt:lpstr>Sources of Software ERP Systems (Continued)</vt:lpstr>
      <vt:lpstr>Sources of Software (Continued)</vt:lpstr>
      <vt:lpstr>Sources of Software Cloud Computing (Continued)</vt:lpstr>
      <vt:lpstr>Sources of Software Cloud Computing (Continued)</vt:lpstr>
      <vt:lpstr>Sources of Software (Continued)</vt:lpstr>
      <vt:lpstr>Sources of Software (Continued)</vt:lpstr>
      <vt:lpstr>Choosing Off-the-Shelf Software</vt:lpstr>
      <vt:lpstr>Validating Purchased Software Information</vt:lpstr>
      <vt:lpstr>Reuse</vt:lpstr>
      <vt:lpstr>Reuse (Continued)</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John Russo</dc:creator>
  <cp:lastModifiedBy>Kim Norbuta</cp:lastModifiedBy>
  <cp:revision>90</cp:revision>
  <cp:lastPrinted>1601-01-01T00:00:00Z</cp:lastPrinted>
  <dcterms:created xsi:type="dcterms:W3CDTF">2011-07-25T22:00:12Z</dcterms:created>
  <dcterms:modified xsi:type="dcterms:W3CDTF">2014-10-24T03:19:09Z</dcterms:modified>
</cp:coreProperties>
</file>