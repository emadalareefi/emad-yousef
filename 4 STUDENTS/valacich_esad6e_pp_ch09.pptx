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handoutMasterIdLst>
    <p:handoutMasterId r:id="rId52"/>
  </p:handoutMasterIdLst>
  <p:sldIdLst>
    <p:sldId id="354" r:id="rId2"/>
    <p:sldId id="257" r:id="rId3"/>
    <p:sldId id="258" r:id="rId4"/>
    <p:sldId id="305" r:id="rId5"/>
    <p:sldId id="259" r:id="rId6"/>
    <p:sldId id="260" r:id="rId7"/>
    <p:sldId id="317" r:id="rId8"/>
    <p:sldId id="261" r:id="rId9"/>
    <p:sldId id="262" r:id="rId10"/>
    <p:sldId id="316" r:id="rId11"/>
    <p:sldId id="264" r:id="rId12"/>
    <p:sldId id="318" r:id="rId13"/>
    <p:sldId id="287" r:id="rId14"/>
    <p:sldId id="319" r:id="rId15"/>
    <p:sldId id="265" r:id="rId16"/>
    <p:sldId id="320" r:id="rId17"/>
    <p:sldId id="335" r:id="rId18"/>
    <p:sldId id="321" r:id="rId19"/>
    <p:sldId id="266" r:id="rId20"/>
    <p:sldId id="322" r:id="rId21"/>
    <p:sldId id="336" r:id="rId22"/>
    <p:sldId id="323" r:id="rId23"/>
    <p:sldId id="338" r:id="rId24"/>
    <p:sldId id="337" r:id="rId25"/>
    <p:sldId id="340" r:id="rId26"/>
    <p:sldId id="339" r:id="rId27"/>
    <p:sldId id="342" r:id="rId28"/>
    <p:sldId id="343" r:id="rId29"/>
    <p:sldId id="326" r:id="rId30"/>
    <p:sldId id="298" r:id="rId31"/>
    <p:sldId id="267" r:id="rId32"/>
    <p:sldId id="270" r:id="rId33"/>
    <p:sldId id="344" r:id="rId34"/>
    <p:sldId id="300" r:id="rId35"/>
    <p:sldId id="327" r:id="rId36"/>
    <p:sldId id="346" r:id="rId37"/>
    <p:sldId id="347" r:id="rId38"/>
    <p:sldId id="348" r:id="rId39"/>
    <p:sldId id="349" r:id="rId40"/>
    <p:sldId id="328" r:id="rId41"/>
    <p:sldId id="329" r:id="rId42"/>
    <p:sldId id="330" r:id="rId43"/>
    <p:sldId id="350" r:id="rId44"/>
    <p:sldId id="331" r:id="rId45"/>
    <p:sldId id="276" r:id="rId46"/>
    <p:sldId id="277" r:id="rId47"/>
    <p:sldId id="295" r:id="rId48"/>
    <p:sldId id="315" r:id="rId49"/>
    <p:sldId id="355" r:id="rId50"/>
  </p:sldIdLst>
  <p:sldSz cx="9144000" cy="6858000" type="screen4x3"/>
  <p:notesSz cx="6858000" cy="9144000"/>
  <p:defaultTextStyle>
    <a:defPPr>
      <a:defRPr lang="en-US"/>
    </a:defPPr>
    <a:lvl1pPr algn="l" rtl="0" fontAlgn="base">
      <a:spcBef>
        <a:spcPct val="0"/>
      </a:spcBef>
      <a:spcAft>
        <a:spcPct val="0"/>
      </a:spcAft>
      <a:defRPr sz="4400" kern="1200">
        <a:solidFill>
          <a:schemeClr val="tx2"/>
        </a:solidFill>
        <a:latin typeface="Arial" charset="0"/>
        <a:ea typeface="+mn-ea"/>
        <a:cs typeface="Arial" charset="0"/>
      </a:defRPr>
    </a:lvl1pPr>
    <a:lvl2pPr marL="457200" algn="l" rtl="0" fontAlgn="base">
      <a:spcBef>
        <a:spcPct val="0"/>
      </a:spcBef>
      <a:spcAft>
        <a:spcPct val="0"/>
      </a:spcAft>
      <a:defRPr sz="4400" kern="1200">
        <a:solidFill>
          <a:schemeClr val="tx2"/>
        </a:solidFill>
        <a:latin typeface="Arial" charset="0"/>
        <a:ea typeface="+mn-ea"/>
        <a:cs typeface="Arial" charset="0"/>
      </a:defRPr>
    </a:lvl2pPr>
    <a:lvl3pPr marL="914400" algn="l" rtl="0" fontAlgn="base">
      <a:spcBef>
        <a:spcPct val="0"/>
      </a:spcBef>
      <a:spcAft>
        <a:spcPct val="0"/>
      </a:spcAft>
      <a:defRPr sz="4400" kern="1200">
        <a:solidFill>
          <a:schemeClr val="tx2"/>
        </a:solidFill>
        <a:latin typeface="Arial" charset="0"/>
        <a:ea typeface="+mn-ea"/>
        <a:cs typeface="Arial" charset="0"/>
      </a:defRPr>
    </a:lvl3pPr>
    <a:lvl4pPr marL="1371600" algn="l" rtl="0" fontAlgn="base">
      <a:spcBef>
        <a:spcPct val="0"/>
      </a:spcBef>
      <a:spcAft>
        <a:spcPct val="0"/>
      </a:spcAft>
      <a:defRPr sz="4400" kern="1200">
        <a:solidFill>
          <a:schemeClr val="tx2"/>
        </a:solidFill>
        <a:latin typeface="Arial" charset="0"/>
        <a:ea typeface="+mn-ea"/>
        <a:cs typeface="Arial" charset="0"/>
      </a:defRPr>
    </a:lvl4pPr>
    <a:lvl5pPr marL="1828800" algn="l" rtl="0" fontAlgn="base">
      <a:spcBef>
        <a:spcPct val="0"/>
      </a:spcBef>
      <a:spcAft>
        <a:spcPct val="0"/>
      </a:spcAft>
      <a:defRPr sz="4400" kern="1200">
        <a:solidFill>
          <a:schemeClr val="tx2"/>
        </a:solidFill>
        <a:latin typeface="Arial" charset="0"/>
        <a:ea typeface="+mn-ea"/>
        <a:cs typeface="Arial" charset="0"/>
      </a:defRPr>
    </a:lvl5pPr>
    <a:lvl6pPr marL="2286000" algn="l" defTabSz="914400" rtl="0" eaLnBrk="1" latinLnBrk="0" hangingPunct="1">
      <a:defRPr sz="4400" kern="1200">
        <a:solidFill>
          <a:schemeClr val="tx2"/>
        </a:solidFill>
        <a:latin typeface="Arial" charset="0"/>
        <a:ea typeface="+mn-ea"/>
        <a:cs typeface="Arial" charset="0"/>
      </a:defRPr>
    </a:lvl6pPr>
    <a:lvl7pPr marL="2743200" algn="l" defTabSz="914400" rtl="0" eaLnBrk="1" latinLnBrk="0" hangingPunct="1">
      <a:defRPr sz="4400" kern="1200">
        <a:solidFill>
          <a:schemeClr val="tx2"/>
        </a:solidFill>
        <a:latin typeface="Arial" charset="0"/>
        <a:ea typeface="+mn-ea"/>
        <a:cs typeface="Arial" charset="0"/>
      </a:defRPr>
    </a:lvl7pPr>
    <a:lvl8pPr marL="3200400" algn="l" defTabSz="914400" rtl="0" eaLnBrk="1" latinLnBrk="0" hangingPunct="1">
      <a:defRPr sz="4400" kern="1200">
        <a:solidFill>
          <a:schemeClr val="tx2"/>
        </a:solidFill>
        <a:latin typeface="Arial" charset="0"/>
        <a:ea typeface="+mn-ea"/>
        <a:cs typeface="Arial" charset="0"/>
      </a:defRPr>
    </a:lvl8pPr>
    <a:lvl9pPr marL="3657600" algn="l" defTabSz="914400" rtl="0" eaLnBrk="1" latinLnBrk="0" hangingPunct="1">
      <a:defRPr sz="4400"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e Stephenso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50" autoAdjust="0"/>
    <p:restoredTop sz="94636" autoAdjust="0"/>
  </p:normalViewPr>
  <p:slideViewPr>
    <p:cSldViewPr>
      <p:cViewPr varScale="1">
        <p:scale>
          <a:sx n="74" d="100"/>
          <a:sy n="74" d="100"/>
        </p:scale>
        <p:origin x="137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1" d="100"/>
          <a:sy n="41" d="100"/>
        </p:scale>
        <p:origin x="-14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9618"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19" name="Rectangle 3"/>
          <p:cNvSpPr>
            <a:spLocks noGrp="1" noChangeArrowheads="1"/>
          </p:cNvSpPr>
          <p:nvPr>
            <p:ph type="dt" sz="quarter"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0" name="Rectangle 4"/>
          <p:cNvSpPr>
            <a:spLocks noGrp="1" noChangeArrowheads="1"/>
          </p:cNvSpPr>
          <p:nvPr>
            <p:ph type="ftr" sz="quarter" idx="2"/>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endParaRPr lang="en-US"/>
          </a:p>
        </p:txBody>
      </p:sp>
      <p:sp>
        <p:nvSpPr>
          <p:cNvPr id="239621" name="Rectangle 5"/>
          <p:cNvSpPr>
            <a:spLocks noGrp="1" noChangeArrowheads="1"/>
          </p:cNvSpPr>
          <p:nvPr>
            <p:ph type="sldNum" sz="quarter" idx="3"/>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spcBef>
                <a:spcPct val="20000"/>
              </a:spcBef>
              <a:buClr>
                <a:schemeClr val="hlink"/>
              </a:buClr>
              <a:buSzPct val="110000"/>
              <a:buFont typeface="Wingdings" pitchFamily="2" charset="2"/>
              <a:buBlip>
                <a:blip r:embed="rId2"/>
              </a:buBlip>
              <a:defRPr sz="1200">
                <a:solidFill>
                  <a:schemeClr val="tx1"/>
                </a:solidFill>
                <a:cs typeface="+mn-cs"/>
              </a:defRPr>
            </a:lvl1pPr>
          </a:lstStyle>
          <a:p>
            <a:pPr>
              <a:defRPr/>
            </a:pPr>
            <a:fld id="{F270C418-48A2-4D27-9346-05799207943C}" type="slidenum">
              <a:rPr lang="en-US"/>
              <a:pPr>
                <a:defRPr/>
              </a:pPr>
              <a:t>‹#›</a:t>
            </a:fld>
            <a:endParaRPr lang="en-US"/>
          </a:p>
        </p:txBody>
      </p:sp>
    </p:spTree>
    <p:extLst>
      <p:ext uri="{BB962C8B-B14F-4D97-AF65-F5344CB8AC3E}">
        <p14:creationId xmlns:p14="http://schemas.microsoft.com/office/powerpoint/2010/main" val="14909790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ahoma" pitchFamily="34" charset="0"/>
                <a:cs typeface="+mn-cs"/>
              </a:defRPr>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ahoma" pitchFamily="34" charset="0"/>
                <a:cs typeface="+mn-cs"/>
              </a:defRPr>
            </a:lvl1pPr>
          </a:lstStyle>
          <a:p>
            <a:pPr>
              <a:defRPr/>
            </a:pPr>
            <a:fld id="{877ED63D-E34C-4DD7-B7A3-BE0851EEF37B}" type="slidenum">
              <a:rPr lang="en-US"/>
              <a:pPr>
                <a:defRPr/>
              </a:pPr>
              <a:t>‹#›</a:t>
            </a:fld>
            <a:endParaRPr lang="en-US"/>
          </a:p>
        </p:txBody>
      </p:sp>
    </p:spTree>
    <p:extLst>
      <p:ext uri="{BB962C8B-B14F-4D97-AF65-F5344CB8AC3E}">
        <p14:creationId xmlns:p14="http://schemas.microsoft.com/office/powerpoint/2010/main" val="32565532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ln>
            <a:miter lim="800000"/>
            <a:headEnd/>
            <a:tailEnd/>
          </a:ln>
        </p:spPr>
        <p:txBody>
          <a:bodyPr/>
          <a:lstStyle/>
          <a:p>
            <a:fld id="{A91830BE-9FE8-47D5-B5F4-9B4BF12011C2}" type="slidenum">
              <a:rPr lang="en-US" smtClean="0">
                <a:cs typeface="Arial" charset="0"/>
              </a:rPr>
              <a:pPr/>
              <a:t>1</a:t>
            </a:fld>
            <a:endParaRPr lang="en-US" smtClean="0">
              <a:cs typeface="Arial" charset="0"/>
            </a:endParaRPr>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774596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1152525" y="692150"/>
            <a:ext cx="4554538" cy="3416300"/>
          </a:xfrm>
          <a:ln/>
        </p:spPr>
      </p:sp>
      <p:sp>
        <p:nvSpPr>
          <p:cNvPr id="73731" name="Rectangle 3"/>
          <p:cNvSpPr>
            <a:spLocks noGrp="1" noChangeArrowheads="1"/>
          </p:cNvSpPr>
          <p:nvPr>
            <p:ph type="body" idx="1"/>
          </p:nvPr>
        </p:nvSpPr>
        <p:spPr>
          <a:noFill/>
        </p:spPr>
        <p:txBody>
          <a:bodyPr lIns="90480" tIns="44446" rIns="90480" bIns="44446"/>
          <a:lstStyle/>
          <a:p>
            <a:endParaRPr lang="en-US" smtClean="0"/>
          </a:p>
        </p:txBody>
      </p:sp>
    </p:spTree>
    <p:extLst>
      <p:ext uri="{BB962C8B-B14F-4D97-AF65-F5344CB8AC3E}">
        <p14:creationId xmlns:p14="http://schemas.microsoft.com/office/powerpoint/2010/main" val="410370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10" name="Isosceles Triangle 6"/>
          <p:cNvSpPr/>
          <p:nvPr/>
        </p:nvSpPr>
        <p:spPr>
          <a:xfrm rot="16200000">
            <a:off x="7553325" y="5254626"/>
            <a:ext cx="1893887"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540544" y="776288"/>
            <a:ext cx="8062912" cy="1470025"/>
          </a:xfrm>
        </p:spPr>
        <p:txBody>
          <a:bodyPr anchor="b"/>
          <a:lstStyle>
            <a:lvl1pPr algn="r">
              <a:defRPr sz="4400"/>
            </a:lvl1pPr>
          </a:lstStyle>
          <a:p>
            <a:r>
              <a:rPr lang="en-US" smtClean="0"/>
              <a:t>Click to edit Master title style</a:t>
            </a:r>
            <a:endParaRPr lang="en-US"/>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1" name="Date Placeholder 27"/>
          <p:cNvSpPr>
            <a:spLocks noGrp="1"/>
          </p:cNvSpPr>
          <p:nvPr>
            <p:ph type="dt" sz="half" idx="10"/>
          </p:nvPr>
        </p:nvSpPr>
        <p:spPr>
          <a:xfrm>
            <a:off x="1371600" y="6011863"/>
            <a:ext cx="5791200" cy="365125"/>
          </a:xfrm>
        </p:spPr>
        <p:txBody>
          <a:bodyPr tIns="0" bIns="0" anchor="t"/>
          <a:lstStyle>
            <a:lvl1pPr algn="r">
              <a:defRPr sz="1000"/>
            </a:lvl1pPr>
          </a:lstStyle>
          <a:p>
            <a:pPr>
              <a:defRPr/>
            </a:pPr>
            <a:endParaRPr lang="en-US"/>
          </a:p>
        </p:txBody>
      </p:sp>
      <p:sp>
        <p:nvSpPr>
          <p:cNvPr id="12" name="Footer Placeholder 16"/>
          <p:cNvSpPr>
            <a:spLocks noGrp="1"/>
          </p:cNvSpPr>
          <p:nvPr>
            <p:ph type="ftr" sz="quarter" idx="11"/>
          </p:nvPr>
        </p:nvSpPr>
        <p:spPr>
          <a:xfrm>
            <a:off x="1371600" y="5649913"/>
            <a:ext cx="5791200" cy="365125"/>
          </a:xfrm>
        </p:spPr>
        <p:txBody>
          <a:bodyPr tIns="0" bIns="0"/>
          <a:lstStyle>
            <a:lvl1pPr algn="r">
              <a:defRPr sz="1100"/>
            </a:lvl1pPr>
          </a:lstStyle>
          <a:p>
            <a:pPr>
              <a:defRPr/>
            </a:pPr>
            <a:r>
              <a:rPr lang="en-US" dirty="0"/>
              <a:t>Copyright © </a:t>
            </a:r>
            <a:r>
              <a:rPr lang="en-US" dirty="0" smtClean="0"/>
              <a:t>2015 </a:t>
            </a:r>
            <a:r>
              <a:rPr lang="en-US" dirty="0"/>
              <a:t>Pearson Education, Inc. Publishing as Prentice Hall</a:t>
            </a:r>
          </a:p>
        </p:txBody>
      </p:sp>
      <p:sp>
        <p:nvSpPr>
          <p:cNvPr id="13" name="Slide Number Placeholder 28"/>
          <p:cNvSpPr>
            <a:spLocks noGrp="1"/>
          </p:cNvSpPr>
          <p:nvPr>
            <p:ph type="sldNum" sz="quarter" idx="12"/>
          </p:nvPr>
        </p:nvSpPr>
        <p:spPr>
          <a:xfrm>
            <a:off x="8391525" y="5753100"/>
            <a:ext cx="503238" cy="365125"/>
          </a:xfrm>
        </p:spPr>
        <p:txBody>
          <a:bodyPr anchor="ctr"/>
          <a:lstStyle>
            <a:lvl1pPr algn="ctr">
              <a:defRPr sz="1300">
                <a:solidFill>
                  <a:srgbClr val="FFFFFF"/>
                </a:solidFill>
              </a:defRPr>
            </a:lvl1pPr>
          </a:lstStyle>
          <a:p>
            <a:pPr>
              <a:defRPr/>
            </a:pPr>
            <a:fld id="{896F894C-206C-4B5F-8327-EBE5A200C889}" type="slidenum">
              <a:rPr lang="en-US"/>
              <a:pPr>
                <a:defRPr/>
              </a:pPr>
              <a:t>‹#›</a:t>
            </a:fld>
            <a:endParaRPr 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additive="base">
                                        <p:cTn id="7"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bldLvl="3"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457200" y="267494"/>
            <a:ext cx="8229600" cy="1399032"/>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882808"/>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Date Placeholder 3"/>
          <p:cNvSpPr>
            <a:spLocks noGrp="1"/>
          </p:cNvSpPr>
          <p:nvPr>
            <p:ph type="dt" sz="half" idx="10"/>
          </p:nvPr>
        </p:nvSpPr>
        <p:spPr>
          <a:xfrm>
            <a:off x="4791075" y="6480175"/>
            <a:ext cx="2133600" cy="301625"/>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457200" y="6481763"/>
            <a:ext cx="4259263"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p:txBody>
          <a:bodyPr/>
          <a:lstStyle>
            <a:lvl1pPr>
              <a:defRPr/>
            </a:lvl1pPr>
          </a:lstStyle>
          <a:p>
            <a:pPr>
              <a:defRPr/>
            </a:pPr>
            <a:fld id="{C90CD59A-5884-4B77-8F6E-9465AE84777B}"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bg>
      <p:bgRef idx="1002">
        <a:schemeClr val="bg1"/>
      </p:bgRef>
    </p:bg>
    <p:spTree>
      <p:nvGrpSpPr>
        <p:cNvPr id="1" name=""/>
        <p:cNvGrpSpPr/>
        <p:nvPr/>
      </p:nvGrpSpPr>
      <p:grpSpPr>
        <a:xfrm>
          <a:off x="0" y="0"/>
          <a:ext cx="0" cy="0"/>
          <a:chOff x="0" y="0"/>
          <a:chExt cx="0" cy="0"/>
        </a:xfrm>
      </p:grpSpPr>
      <p:sp>
        <p:nvSpPr>
          <p:cNvPr id="4" name="Right Triangle 8"/>
          <p:cNvSpPr/>
          <p:nvPr/>
        </p:nvSpPr>
        <p:spPr>
          <a:xfrm flipV="1">
            <a:off x="6350" y="6350"/>
            <a:ext cx="9131300" cy="6837363"/>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
        <p:nvSpPr>
          <p:cNvPr id="5" name="Isosceles Triangle 7"/>
          <p:cNvSpPr/>
          <p:nvPr/>
        </p:nvSpPr>
        <p:spPr>
          <a:xfrm rot="5400000" flipV="1">
            <a:off x="7553325" y="309563"/>
            <a:ext cx="1893888"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10"/>
          <p:cNvCxnSpPr/>
          <p:nvPr/>
        </p:nvCxnSpPr>
        <p:spPr>
          <a:xfrm rot="10800000">
            <a:off x="6469063" y="9525"/>
            <a:ext cx="2673350" cy="1900238"/>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9"/>
          <p:cNvCxnSpPr/>
          <p:nvPr/>
        </p:nvCxnSpPr>
        <p:spPr>
          <a:xfrm flipV="1">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lstStyle>
            <a:lvl1pPr marL="0" algn="l">
              <a:buNone/>
              <a:defRPr sz="36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1633536"/>
            <a:ext cx="3886200" cy="2286000"/>
          </a:xfrm>
        </p:spPr>
        <p:txBody>
          <a:bodyPr/>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a:xfrm>
            <a:off x="6956425" y="6477000"/>
            <a:ext cx="2133600" cy="3048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619375" y="6481763"/>
            <a:ext cx="4260850" cy="300037"/>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0" name="Slide Number Placeholder 5"/>
          <p:cNvSpPr>
            <a:spLocks noGrp="1"/>
          </p:cNvSpPr>
          <p:nvPr>
            <p:ph type="sldNum" sz="quarter" idx="12"/>
          </p:nvPr>
        </p:nvSpPr>
        <p:spPr>
          <a:xfrm>
            <a:off x="8450263" y="809625"/>
            <a:ext cx="503237" cy="300038"/>
          </a:xfrm>
        </p:spPr>
        <p:txBody>
          <a:bodyPr/>
          <a:lstStyle>
            <a:lvl1pPr>
              <a:defRPr/>
            </a:lvl1pPr>
          </a:lstStyle>
          <a:p>
            <a:pPr>
              <a:defRPr/>
            </a:pPr>
            <a:fld id="{E13266E7-8C84-4B04-82A1-781D9AE96B53}"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p:txBody>
          <a:bodyPr/>
          <a:lstStyle>
            <a:lvl1pPr marL="0" algn="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4"/>
          <p:cNvSpPr>
            <a:spLocks noGrp="1"/>
          </p:cNvSpPr>
          <p:nvPr>
            <p:ph type="dt" sz="half" idx="10"/>
          </p:nvPr>
        </p:nvSpPr>
        <p:spPr/>
        <p:txBody>
          <a:bodyPr/>
          <a:lstStyle>
            <a:lvl1pPr>
              <a:defRPr/>
            </a:lvl1pPr>
          </a:lstStyle>
          <a:p>
            <a:pPr>
              <a:defRPr/>
            </a:pPr>
            <a:endParaRPr lang="en-US"/>
          </a:p>
        </p:txBody>
      </p:sp>
      <p:sp>
        <p:nvSpPr>
          <p:cNvPr id="10" name="Footer Placeholder 5"/>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11" name="Slide Number Placeholder 6"/>
          <p:cNvSpPr>
            <a:spLocks noGrp="1"/>
          </p:cNvSpPr>
          <p:nvPr>
            <p:ph type="sldNum" sz="quarter" idx="12"/>
          </p:nvPr>
        </p:nvSpPr>
        <p:spPr/>
        <p:txBody>
          <a:bodyPr/>
          <a:lstStyle>
            <a:lvl1pPr>
              <a:defRPr/>
            </a:lvl1pPr>
          </a:lstStyle>
          <a:p>
            <a:pPr>
              <a:defRPr/>
            </a:pPr>
            <a:fld id="{6E8AD5D6-84BB-48CA-9457-0BEF080E8B36}" type="slidenum">
              <a:rPr lang="en-US"/>
              <a:pPr>
                <a:defRPr/>
              </a:pPr>
              <a:t>‹#›</a:t>
            </a:fld>
            <a:endParaRPr 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 calcmode="lin" valueType="num">
                                      <p:cBhvr additive="base">
                                        <p:cTn id="4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
                                            <p:txEl>
                                              <p:pRg st="3" end="3"/>
                                            </p:txEl>
                                          </p:spTgt>
                                        </p:tgtEl>
                                        <p:attrNameLst>
                                          <p:attrName>style.visibility</p:attrName>
                                        </p:attrNameLst>
                                      </p:cBhvr>
                                      <p:to>
                                        <p:strVal val="visible"/>
                                      </p:to>
                                    </p:set>
                                    <p:anim calcmode="lin" valueType="num">
                                      <p:cBhvr additive="base">
                                        <p:cTn id="4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anim calcmode="lin" valueType="num">
                                      <p:cBhvr additive="base">
                                        <p:cTn id="4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791075" y="6481763"/>
            <a:ext cx="2130425" cy="301625"/>
          </a:xfrm>
        </p:spPr>
        <p:txBody>
          <a:bodyPr/>
          <a:lstStyle>
            <a:lvl1pPr>
              <a:defRPr/>
            </a:lvl1pPr>
          </a:lstStyle>
          <a:p>
            <a:pPr>
              <a:defRPr/>
            </a:pPr>
            <a:endParaRPr lang="en-US"/>
          </a:p>
        </p:txBody>
      </p:sp>
      <p:sp>
        <p:nvSpPr>
          <p:cNvPr id="8" name="Footer Placeholder 7"/>
          <p:cNvSpPr>
            <a:spLocks noGrp="1"/>
          </p:cNvSpPr>
          <p:nvPr>
            <p:ph type="ftr" sz="quarter" idx="11"/>
          </p:nvPr>
        </p:nvSpPr>
        <p:spPr>
          <a:xfrm>
            <a:off x="457200" y="6481763"/>
            <a:ext cx="4260850" cy="301625"/>
          </a:xfrm>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9" name="Slide Number Placeholder 8"/>
          <p:cNvSpPr>
            <a:spLocks noGrp="1"/>
          </p:cNvSpPr>
          <p:nvPr>
            <p:ph type="sldNum" sz="quarter" idx="12"/>
          </p:nvPr>
        </p:nvSpPr>
        <p:spPr>
          <a:xfrm>
            <a:off x="7589838" y="6483350"/>
            <a:ext cx="503237" cy="301625"/>
          </a:xfrm>
        </p:spPr>
        <p:txBody>
          <a:bodyPr/>
          <a:lstStyle>
            <a:lvl1pPr algn="ctr">
              <a:defRPr/>
            </a:lvl1pPr>
          </a:lstStyle>
          <a:p>
            <a:pPr>
              <a:defRPr/>
            </a:pPr>
            <a:fld id="{2CEDEFA7-4D5A-47B6-AB8C-A10623265FE3}"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 calcmode="lin" valueType="num">
                                      <p:cBhvr additive="base">
                                        <p:cTn id="2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additive="base">
                                        <p:cTn id="4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additive="base">
                                        <p:cTn id="5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 calcmode="lin" valueType="num">
                                      <p:cBhvr additive="base">
                                        <p:cTn id="5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txEl>
                                              <p:pRg st="3" end="3"/>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anim calcmode="lin" valueType="num">
                                      <p:cBhvr additive="base">
                                        <p:cTn id="6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P spid="5" grpId="0" build="p" bldLvl="3" autoUpdateAnimBg="0"/>
      <p:bldP spid="6" grpId="0" build="p" bldLvl="3" autoUpdateAnimBg="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5" name="Slide Number Placeholder 22"/>
          <p:cNvSpPr>
            <a:spLocks noGrp="1"/>
          </p:cNvSpPr>
          <p:nvPr>
            <p:ph type="sldNum" sz="quarter" idx="12"/>
          </p:nvPr>
        </p:nvSpPr>
        <p:spPr/>
        <p:txBody>
          <a:bodyPr/>
          <a:lstStyle>
            <a:lvl1pPr>
              <a:defRPr/>
            </a:lvl1pPr>
          </a:lstStyle>
          <a:p>
            <a:pPr>
              <a:defRPr/>
            </a:pPr>
            <a:fld id="{506D96C8-0AC9-404A-95E1-B2E11B74AC18}" type="slidenum">
              <a:rPr lang="en-US"/>
              <a:pPr>
                <a:defRPr/>
              </a:pPr>
              <a:t>‹#›</a:t>
            </a:fld>
            <a:endParaRPr lang="en-US"/>
          </a:p>
        </p:txBody>
      </p:sp>
    </p:spTree>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4" name="Slide Number Placeholder 22"/>
          <p:cNvSpPr>
            <a:spLocks noGrp="1"/>
          </p:cNvSpPr>
          <p:nvPr>
            <p:ph type="sldNum" sz="quarter" idx="12"/>
          </p:nvPr>
        </p:nvSpPr>
        <p:spPr/>
        <p:txBody>
          <a:bodyPr/>
          <a:lstStyle>
            <a:lvl1pPr>
              <a:defRPr/>
            </a:lvl1pPr>
          </a:lstStyle>
          <a:p>
            <a:pPr>
              <a:defRPr/>
            </a:pPr>
            <a:fld id="{469E2896-5C9D-4055-92B7-F7E842082ABE}" type="slidenum">
              <a:rPr lang="en-US"/>
              <a:pPr>
                <a:defRPr/>
              </a:pPr>
              <a:t>‹#›</a:t>
            </a:fld>
            <a:endParaRPr lang="en-US"/>
          </a:p>
        </p:txBody>
      </p:sp>
    </p:spTree>
  </p:cSld>
  <p:clrMapOvr>
    <a:masterClrMapping/>
  </p:clrMapOvr>
  <p:transition>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lang="en-US" smtClean="0"/>
              <a:t>Click to edit Master title style</a:t>
            </a:r>
            <a:endParaRPr lang="en-US"/>
          </a:p>
        </p:txBody>
      </p:sp>
      <p:sp>
        <p:nvSpPr>
          <p:cNvPr id="3" name="Text Placeholder 2"/>
          <p:cNvSpPr>
            <a:spLocks noGrp="1"/>
          </p:cNvSpPr>
          <p:nvPr>
            <p:ph type="body" idx="2"/>
          </p:nvPr>
        </p:nvSpPr>
        <p:spPr>
          <a:xfrm>
            <a:off x="1135856" y="367664"/>
            <a:ext cx="2438400" cy="5943600"/>
          </a:xfrm>
        </p:spPr>
        <p:txBody>
          <a:bodyPr/>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78563" y="6556375"/>
            <a:ext cx="213360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35063" y="6556375"/>
            <a:ext cx="5143500" cy="301625"/>
          </a:xfrm>
        </p:spPr>
        <p:txBody>
          <a:bodyPr/>
          <a:lstStyle>
            <a:lvl1pPr>
              <a:defRPr sz="90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410575" y="6556375"/>
            <a:ext cx="503238" cy="301625"/>
          </a:xfrm>
        </p:spPr>
        <p:txBody>
          <a:bodyPr/>
          <a:lstStyle>
            <a:lvl1pPr>
              <a:defRPr sz="900"/>
            </a:lvl1pPr>
          </a:lstStyle>
          <a:p>
            <a:pPr>
              <a:defRPr/>
            </a:pPr>
            <a:fld id="{E02E94FC-C460-4A12-8899-4D1BAEA09151}"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 calcmode="lin" valueType="num">
                                      <p:cBhvr additive="base">
                                        <p:cTn id="3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lang="en-US" smtClean="0"/>
              <a:t>Click to edit Master title style</a:t>
            </a:r>
            <a:endParaRPr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4"/>
          <p:cNvSpPr>
            <a:spLocks noGrp="1"/>
          </p:cNvSpPr>
          <p:nvPr>
            <p:ph type="dt" sz="half" idx="10"/>
          </p:nvPr>
        </p:nvSpPr>
        <p:spPr>
          <a:xfrm>
            <a:off x="6108700" y="6556375"/>
            <a:ext cx="210185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69988" y="6557963"/>
            <a:ext cx="4948237" cy="301625"/>
          </a:xfrm>
        </p:spPr>
        <p:txBody>
          <a:bodyPr/>
          <a:lstStyle>
            <a:lvl1pPr>
              <a:defRPr sz="900"/>
            </a:lvl1pPr>
          </a:lstStyle>
          <a:p>
            <a:pPr>
              <a:defRPr/>
            </a:pPr>
            <a:r>
              <a:rPr lang="en-US" dirty="0"/>
              <a:t>Copyright © </a:t>
            </a:r>
            <a:r>
              <a:rPr lang="en-US" dirty="0" smtClean="0"/>
              <a:t>2015 </a:t>
            </a:r>
            <a:r>
              <a:rPr lang="en-US" dirty="0"/>
              <a:t>Pearson Education, Inc. Publishing as Prentice Hall</a:t>
            </a:r>
          </a:p>
        </p:txBody>
      </p:sp>
      <p:sp>
        <p:nvSpPr>
          <p:cNvPr id="7" name="Slide Number Placeholder 6"/>
          <p:cNvSpPr>
            <a:spLocks noGrp="1"/>
          </p:cNvSpPr>
          <p:nvPr>
            <p:ph type="sldNum" sz="quarter" idx="12"/>
          </p:nvPr>
        </p:nvSpPr>
        <p:spPr>
          <a:xfrm>
            <a:off x="8216900" y="6556375"/>
            <a:ext cx="366713" cy="301625"/>
          </a:xfrm>
        </p:spPr>
        <p:txBody>
          <a:bodyPr/>
          <a:lstStyle>
            <a:lvl1pPr algn="ctr">
              <a:defRPr sz="900"/>
            </a:lvl1pPr>
          </a:lstStyle>
          <a:p>
            <a:pPr>
              <a:defRPr/>
            </a:pPr>
            <a:fld id="{FED2ADEA-C244-41D2-8A81-AB8F42CDCF3E}"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F47CF7CB-7721-46BD-AEB9-8486B31006B0}" type="slidenum">
              <a:rPr lang="en-US"/>
              <a:pPr>
                <a:defRPr/>
              </a:pPr>
              <a:t>‹#›</a:t>
            </a:fld>
            <a:endParaRPr lang="en-US"/>
          </a:p>
        </p:txBody>
      </p:sp>
    </p:spTree>
  </p:cSld>
  <p:clrMapOvr>
    <a:masterClrMapping/>
  </p:clrMapOvr>
  <p:transition>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a:t>Copyright © </a:t>
            </a:r>
            <a:r>
              <a:rPr lang="en-US" dirty="0" smtClean="0"/>
              <a:t>2015 </a:t>
            </a:r>
            <a:r>
              <a:rPr lang="en-US" dirty="0"/>
              <a:t>Pearson Education, Inc. Publishing as Prentice Hall</a:t>
            </a:r>
          </a:p>
        </p:txBody>
      </p:sp>
      <p:sp>
        <p:nvSpPr>
          <p:cNvPr id="6" name="Slide Number Placeholder 22"/>
          <p:cNvSpPr>
            <a:spLocks noGrp="1"/>
          </p:cNvSpPr>
          <p:nvPr>
            <p:ph type="sldNum" sz="quarter" idx="12"/>
          </p:nvPr>
        </p:nvSpPr>
        <p:spPr/>
        <p:txBody>
          <a:bodyPr/>
          <a:lstStyle>
            <a:lvl1pPr>
              <a:defRPr/>
            </a:lvl1pPr>
          </a:lstStyle>
          <a:p>
            <a:pPr>
              <a:defRPr/>
            </a:pPr>
            <a:fld id="{786784EF-BE4E-4261-AE1F-23E5698CD82E}" type="slidenum">
              <a:rPr lang="en-US"/>
              <a:pPr>
                <a:defRPr/>
              </a:pPr>
              <a:t>‹#›</a:t>
            </a:fld>
            <a:endParaRPr lang="en-US"/>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8288"/>
            <a:ext cx="8229600" cy="1398587"/>
          </a:xfrm>
          <a:prstGeom prst="rect">
            <a:avLst/>
          </a:prstGeom>
        </p:spPr>
        <p:txBody>
          <a:bodyPr vert="horz" anchor="ctr">
            <a:normAutofit/>
          </a:bodyPr>
          <a:lstStyle/>
          <a:p>
            <a:r>
              <a:rPr lang="en-US" smtClean="0"/>
              <a:t>Click to edit Master title style</a:t>
            </a:r>
            <a:endParaRPr lang="en-US"/>
          </a:p>
        </p:txBody>
      </p:sp>
      <p:sp>
        <p:nvSpPr>
          <p:cNvPr id="13"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4791075" y="6481763"/>
            <a:ext cx="2133600" cy="301625"/>
          </a:xfrm>
          <a:prstGeom prst="rect">
            <a:avLst/>
          </a:prstGeom>
        </p:spPr>
        <p:txBody>
          <a:bodyPr vert="horz" anchor="b"/>
          <a:lstStyle>
            <a:lvl1pPr algn="l" eaLnBrk="1" latinLnBrk="0" hangingPunct="1">
              <a:defRPr kumimoji="0" sz="1000" b="0">
                <a:solidFill>
                  <a:schemeClr val="tx1"/>
                </a:solidFill>
                <a:cs typeface="+mn-cs"/>
              </a:defRPr>
            </a:lvl1pPr>
          </a:lstStyle>
          <a:p>
            <a:pPr>
              <a:defRPr/>
            </a:pPr>
            <a:endParaRPr lang="en-US"/>
          </a:p>
        </p:txBody>
      </p:sp>
      <p:sp>
        <p:nvSpPr>
          <p:cNvPr id="3" name="Footer Placeholder 2"/>
          <p:cNvSpPr>
            <a:spLocks noGrp="1"/>
          </p:cNvSpPr>
          <p:nvPr>
            <p:ph type="ftr" sz="quarter" idx="3"/>
          </p:nvPr>
        </p:nvSpPr>
        <p:spPr>
          <a:xfrm>
            <a:off x="457200" y="6481763"/>
            <a:ext cx="4259263" cy="301625"/>
          </a:xfrm>
          <a:prstGeom prst="rect">
            <a:avLst/>
          </a:prstGeom>
        </p:spPr>
        <p:txBody>
          <a:bodyPr vert="horz" anchor="b"/>
          <a:lstStyle>
            <a:lvl1pPr algn="r" eaLnBrk="1" latinLnBrk="0" hangingPunct="1">
              <a:defRPr kumimoji="0" sz="1000">
                <a:solidFill>
                  <a:schemeClr val="tx1"/>
                </a:solidFill>
                <a:cs typeface="+mn-cs"/>
              </a:defRPr>
            </a:lvl1pPr>
          </a:lstStyle>
          <a:p>
            <a:pPr>
              <a:defRPr/>
            </a:pPr>
            <a:r>
              <a:rPr lang="en-US" dirty="0"/>
              <a:t>Copyright © </a:t>
            </a:r>
            <a:r>
              <a:rPr lang="en-US" dirty="0" smtClean="0"/>
              <a:t>2015 </a:t>
            </a:r>
            <a:r>
              <a:rPr lang="en-US" dirty="0"/>
              <a:t>Pearson Education, Inc. Publishing as Prentice Hall</a:t>
            </a:r>
          </a:p>
        </p:txBody>
      </p:sp>
      <p:sp>
        <p:nvSpPr>
          <p:cNvPr id="23" name="Slide Number Placeholder 22"/>
          <p:cNvSpPr>
            <a:spLocks noGrp="1"/>
          </p:cNvSpPr>
          <p:nvPr>
            <p:ph type="sldNum" sz="quarter" idx="4"/>
          </p:nvPr>
        </p:nvSpPr>
        <p:spPr>
          <a:xfrm>
            <a:off x="7589838" y="6481763"/>
            <a:ext cx="503237" cy="301625"/>
          </a:xfrm>
          <a:prstGeom prst="rect">
            <a:avLst/>
          </a:prstGeom>
        </p:spPr>
        <p:txBody>
          <a:bodyPr vert="horz" anchor="b"/>
          <a:lstStyle>
            <a:lvl1pPr algn="ctr" eaLnBrk="1" latinLnBrk="0" hangingPunct="1">
              <a:defRPr kumimoji="0" sz="1200">
                <a:solidFill>
                  <a:schemeClr val="tx1"/>
                </a:solidFill>
                <a:cs typeface="+mn-cs"/>
              </a:defRPr>
            </a:lvl1pPr>
          </a:lstStyle>
          <a:p>
            <a:pPr>
              <a:defRPr/>
            </a:pPr>
            <a:fld id="{AB80B065-3A0B-4AD4-8DF7-A8400C1C83C1}" type="slidenum">
              <a:rPr lang="en-US"/>
              <a:pPr>
                <a:defRPr/>
              </a:pPr>
              <a:t>‹#›</a:t>
            </a:fld>
            <a:endParaRPr lang="en-US"/>
          </a:p>
        </p:txBody>
      </p:sp>
      <p:sp>
        <p:nvSpPr>
          <p:cNvPr id="15"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Tree>
  </p:cSld>
  <p:clrMap bg1="dk1" tx1="lt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56" r:id="rId6"/>
    <p:sldLayoutId id="2147483657" r:id="rId7"/>
    <p:sldLayoutId id="2147483665" r:id="rId8"/>
    <p:sldLayoutId id="2147483666" r:id="rId9"/>
    <p:sldLayoutId id="2147483658" r:id="rId10"/>
    <p:sldLayoutId id="2147483659" r:id="rId11"/>
  </p:sldLayoutIdLst>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 calcmode="lin" valueType="num">
                                      <p:cBhvr additive="base">
                                        <p:cTn id="1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xEl>
                                              <p:pRg st="3" end="3"/>
                                            </p:txEl>
                                          </p:spTgt>
                                        </p:tgtEl>
                                        <p:attrNameLst>
                                          <p:attrName>style.visibility</p:attrName>
                                        </p:attrNameLst>
                                      </p:cBhvr>
                                      <p:to>
                                        <p:strVal val="visible"/>
                                      </p:to>
                                    </p:set>
                                    <p:anim calcmode="lin" valueType="num">
                                      <p:cBhvr additive="base">
                                        <p:cTn id="21"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 calcmode="lin" valueType="num">
                                      <p:cBhvr additive="base">
                                        <p:cTn id="25"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bldLvl="3" autoUpdateAnimBg="0"/>
    </p:bldLst>
  </p:timing>
  <p:hf sldNum="0" hdr="0" dt="0"/>
  <p:txStyles>
    <p:titleStyle>
      <a:lvl1pPr marL="484188" algn="l" rtl="0" eaLnBrk="0" fontAlgn="base" hangingPunct="0">
        <a:spcBef>
          <a:spcPct val="0"/>
        </a:spcBef>
        <a:spcAft>
          <a:spcPct val="0"/>
        </a:spcAft>
        <a:defRPr sz="4200" kern="1200">
          <a:ln w="6350">
            <a:solidFill>
              <a:schemeClr val="accent1">
                <a:shade val="43000"/>
              </a:schemeClr>
            </a:solidFill>
          </a:ln>
          <a:solidFill>
            <a:srgbClr val="FF5C9C"/>
          </a:solidFill>
          <a:effectLst>
            <a:outerShdw blurRad="26000" dist="26000" dir="14500000" algn="tl" rotWithShape="0">
              <a:srgbClr val="000000">
                <a:alpha val="40000"/>
              </a:srgbClr>
            </a:outerShdw>
          </a:effectLst>
          <a:latin typeface="+mj-lt"/>
          <a:ea typeface="+mj-ea"/>
          <a:cs typeface="+mj-cs"/>
        </a:defRPr>
      </a:lvl1pPr>
      <a:lvl2pPr marL="484188" algn="l" rtl="0" eaLnBrk="0" fontAlgn="base" hangingPunct="0">
        <a:spcBef>
          <a:spcPct val="0"/>
        </a:spcBef>
        <a:spcAft>
          <a:spcPct val="0"/>
        </a:spcAft>
        <a:defRPr sz="4200">
          <a:solidFill>
            <a:srgbClr val="FF5C9C"/>
          </a:solidFill>
          <a:latin typeface="Century Gothic" pitchFamily="34" charset="0"/>
        </a:defRPr>
      </a:lvl2pPr>
      <a:lvl3pPr marL="484188" algn="l" rtl="0" eaLnBrk="0" fontAlgn="base" hangingPunct="0">
        <a:spcBef>
          <a:spcPct val="0"/>
        </a:spcBef>
        <a:spcAft>
          <a:spcPct val="0"/>
        </a:spcAft>
        <a:defRPr sz="4200">
          <a:solidFill>
            <a:srgbClr val="FF5C9C"/>
          </a:solidFill>
          <a:latin typeface="Century Gothic" pitchFamily="34" charset="0"/>
        </a:defRPr>
      </a:lvl3pPr>
      <a:lvl4pPr marL="484188" algn="l" rtl="0" eaLnBrk="0" fontAlgn="base" hangingPunct="0">
        <a:spcBef>
          <a:spcPct val="0"/>
        </a:spcBef>
        <a:spcAft>
          <a:spcPct val="0"/>
        </a:spcAft>
        <a:defRPr sz="4200">
          <a:solidFill>
            <a:srgbClr val="FF5C9C"/>
          </a:solidFill>
          <a:latin typeface="Century Gothic" pitchFamily="34" charset="0"/>
        </a:defRPr>
      </a:lvl4pPr>
      <a:lvl5pPr marL="484188" algn="l" rtl="0" eaLnBrk="0" fontAlgn="base" hangingPunct="0">
        <a:spcBef>
          <a:spcPct val="0"/>
        </a:spcBef>
        <a:spcAft>
          <a:spcPct val="0"/>
        </a:spcAft>
        <a:defRPr sz="4200">
          <a:solidFill>
            <a:srgbClr val="FF5C9C"/>
          </a:solidFill>
          <a:latin typeface="Century Gothic" pitchFamily="34" charset="0"/>
        </a:defRPr>
      </a:lvl5pPr>
      <a:lvl6pPr marL="941388" algn="l" rtl="0" fontAlgn="base">
        <a:spcBef>
          <a:spcPct val="0"/>
        </a:spcBef>
        <a:spcAft>
          <a:spcPct val="0"/>
        </a:spcAft>
        <a:defRPr sz="4200">
          <a:solidFill>
            <a:srgbClr val="FF5C9C"/>
          </a:solidFill>
          <a:latin typeface="Century Gothic" pitchFamily="34" charset="0"/>
        </a:defRPr>
      </a:lvl6pPr>
      <a:lvl7pPr marL="1398588" algn="l" rtl="0" fontAlgn="base">
        <a:spcBef>
          <a:spcPct val="0"/>
        </a:spcBef>
        <a:spcAft>
          <a:spcPct val="0"/>
        </a:spcAft>
        <a:defRPr sz="4200">
          <a:solidFill>
            <a:srgbClr val="FF5C9C"/>
          </a:solidFill>
          <a:latin typeface="Century Gothic" pitchFamily="34" charset="0"/>
        </a:defRPr>
      </a:lvl7pPr>
      <a:lvl8pPr marL="1855788" algn="l" rtl="0" fontAlgn="base">
        <a:spcBef>
          <a:spcPct val="0"/>
        </a:spcBef>
        <a:spcAft>
          <a:spcPct val="0"/>
        </a:spcAft>
        <a:defRPr sz="4200">
          <a:solidFill>
            <a:srgbClr val="FF5C9C"/>
          </a:solidFill>
          <a:latin typeface="Century Gothic" pitchFamily="34" charset="0"/>
        </a:defRPr>
      </a:lvl8pPr>
      <a:lvl9pPr marL="2312988" algn="l" rtl="0" fontAlgn="base">
        <a:spcBef>
          <a:spcPct val="0"/>
        </a:spcBef>
        <a:spcAft>
          <a:spcPct val="0"/>
        </a:spcAft>
        <a:defRPr sz="4200">
          <a:solidFill>
            <a:srgbClr val="FF5C9C"/>
          </a:solidFill>
          <a:latin typeface="Century Gothic" pitchFamily="34" charset="0"/>
        </a:defRPr>
      </a:lvl9pPr>
    </p:titleStyle>
    <p:bodyStyle>
      <a:lvl1pPr marL="447675"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822325" indent="-285750" algn="l" rtl="0" eaLnBrk="0" fontAlgn="base" hangingPunct="0">
        <a:spcBef>
          <a:spcPct val="20000"/>
        </a:spcBef>
        <a:spcAft>
          <a:spcPct val="0"/>
        </a:spcAft>
        <a:buClr>
          <a:schemeClr val="accent1"/>
        </a:buClr>
        <a:buSzPct val="95000"/>
        <a:buFont typeface="Verdana" pitchFamily="34" charset="0"/>
        <a:buChar char="›"/>
        <a:defRPr sz="2600" kern="1200">
          <a:solidFill>
            <a:schemeClr val="tx1"/>
          </a:solidFill>
          <a:latin typeface="+mn-lt"/>
          <a:ea typeface="+mn-ea"/>
          <a:cs typeface="+mn-cs"/>
        </a:defRPr>
      </a:lvl2pPr>
      <a:lvl3pPr marL="1104900" indent="-228600" algn="l" rtl="0" eaLnBrk="0" fontAlgn="base" hangingPunct="0">
        <a:spcBef>
          <a:spcPct val="20000"/>
        </a:spcBef>
        <a:spcAft>
          <a:spcPct val="0"/>
        </a:spcAft>
        <a:buClr>
          <a:schemeClr val="accent1"/>
        </a:buClr>
        <a:buFont typeface="Wingdings 2" pitchFamily="18" charset="2"/>
        <a:buChar char=""/>
        <a:defRPr sz="2400" kern="1200">
          <a:solidFill>
            <a:schemeClr val="tx1"/>
          </a:solidFill>
          <a:latin typeface="+mn-lt"/>
          <a:ea typeface="+mn-ea"/>
          <a:cs typeface="+mn-cs"/>
        </a:defRPr>
      </a:lvl3pPr>
      <a:lvl4pPr marL="1371600" indent="-209550" algn="l" rtl="0" eaLnBrk="0" fontAlgn="base" hangingPunct="0">
        <a:spcBef>
          <a:spcPct val="20000"/>
        </a:spcBef>
        <a:spcAft>
          <a:spcPct val="0"/>
        </a:spcAft>
        <a:buClr>
          <a:schemeClr val="accent1"/>
        </a:buClr>
        <a:buFont typeface="Wingdings 2" pitchFamily="18" charset="2"/>
        <a:buChar char=""/>
        <a:defRPr sz="2000" kern="1200">
          <a:solidFill>
            <a:schemeClr val="tx1"/>
          </a:solidFill>
          <a:latin typeface="+mn-lt"/>
          <a:ea typeface="+mn-ea"/>
          <a:cs typeface="+mn-cs"/>
        </a:defRPr>
      </a:lvl4pPr>
      <a:lvl5pPr marL="1600200" indent="-209550" algn="l" rtl="0" eaLnBrk="0" fontAlgn="base" hangingPunct="0">
        <a:spcBef>
          <a:spcPct val="20000"/>
        </a:spcBef>
        <a:spcAft>
          <a:spcPct val="0"/>
        </a:spcAft>
        <a:buClr>
          <a:srgbClr val="FF90B2"/>
        </a:buClr>
        <a:buFont typeface="Wingdings 2" pitchFamily="18" charset="2"/>
        <a:buChar char=""/>
        <a:defRPr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4370" name="Rectangle 2"/>
          <p:cNvSpPr>
            <a:spLocks noGrp="1" noChangeArrowheads="1"/>
          </p:cNvSpPr>
          <p:nvPr>
            <p:ph type="ctrTitle"/>
          </p:nvPr>
        </p:nvSpPr>
        <p:spPr>
          <a:xfrm>
            <a:off x="914400" y="1143000"/>
            <a:ext cx="7772400" cy="1981200"/>
          </a:xfrm>
        </p:spPr>
        <p:txBody>
          <a:bodyPr>
            <a:normAutofit fontScale="90000"/>
          </a:bodyPr>
          <a:lstStyle/>
          <a:p>
            <a:pPr marL="484632" eaLnBrk="1" fontAlgn="auto" hangingPunct="1">
              <a:spcAft>
                <a:spcPts val="0"/>
              </a:spcAft>
              <a:defRPr/>
            </a:pPr>
            <a:r>
              <a:rPr lang="en-US" sz="4000" b="1" dirty="0">
                <a:solidFill>
                  <a:schemeClr val="accent1">
                    <a:tint val="83000"/>
                    <a:satMod val="150000"/>
                  </a:schemeClr>
                </a:solidFill>
              </a:rPr>
              <a:t>Essentials of</a:t>
            </a:r>
            <a:br>
              <a:rPr lang="en-US" sz="4000" b="1" dirty="0">
                <a:solidFill>
                  <a:schemeClr val="accent1">
                    <a:tint val="83000"/>
                    <a:satMod val="150000"/>
                  </a:schemeClr>
                </a:solidFill>
              </a:rPr>
            </a:br>
            <a:r>
              <a:rPr lang="en-US" sz="4000" b="1" dirty="0">
                <a:solidFill>
                  <a:schemeClr val="accent1">
                    <a:tint val="83000"/>
                    <a:satMod val="150000"/>
                  </a:schemeClr>
                </a:solidFill>
              </a:rPr>
              <a:t>Systems Analysis and Design</a:t>
            </a:r>
            <a:br>
              <a:rPr lang="en-US" sz="4000" b="1" dirty="0">
                <a:solidFill>
                  <a:schemeClr val="accent1">
                    <a:tint val="83000"/>
                    <a:satMod val="150000"/>
                  </a:schemeClr>
                </a:solidFill>
              </a:rPr>
            </a:br>
            <a:r>
              <a:rPr lang="en-US" sz="3600" b="1" dirty="0" smtClean="0">
                <a:solidFill>
                  <a:schemeClr val="accent1">
                    <a:tint val="83000"/>
                    <a:satMod val="150000"/>
                  </a:schemeClr>
                </a:solidFill>
              </a:rPr>
              <a:t>Sixth Edition</a:t>
            </a:r>
            <a:r>
              <a:rPr lang="en-US" sz="3600" b="1" dirty="0">
                <a:solidFill>
                  <a:schemeClr val="accent1">
                    <a:tint val="83000"/>
                    <a:satMod val="150000"/>
                  </a:schemeClr>
                </a:solidFill>
              </a:rPr>
              <a:t/>
            </a:r>
            <a:br>
              <a:rPr lang="en-US" sz="3600" b="1" dirty="0">
                <a:solidFill>
                  <a:schemeClr val="accent1">
                    <a:tint val="83000"/>
                    <a:satMod val="150000"/>
                  </a:schemeClr>
                </a:solidFill>
              </a:rPr>
            </a:br>
            <a:r>
              <a:rPr lang="en-US" sz="3600" b="1" dirty="0">
                <a:solidFill>
                  <a:schemeClr val="accent1">
                    <a:tint val="83000"/>
                    <a:satMod val="150000"/>
                  </a:schemeClr>
                </a:solidFill>
              </a:rPr>
              <a:t> </a:t>
            </a:r>
            <a:r>
              <a:rPr lang="en-US" sz="2800" b="1" dirty="0">
                <a:solidFill>
                  <a:schemeClr val="accent1">
                    <a:tint val="83000"/>
                    <a:satMod val="150000"/>
                  </a:schemeClr>
                </a:solidFill>
              </a:rPr>
              <a:t>Joseph S. </a:t>
            </a:r>
            <a:r>
              <a:rPr lang="en-US" sz="2800" b="1" dirty="0" err="1">
                <a:solidFill>
                  <a:schemeClr val="accent1">
                    <a:tint val="83000"/>
                    <a:satMod val="150000"/>
                  </a:schemeClr>
                </a:solidFill>
              </a:rPr>
              <a:t>Valacich</a:t>
            </a:r>
            <a:r>
              <a:rPr lang="en-US" sz="2800" b="1" dirty="0">
                <a:solidFill>
                  <a:schemeClr val="accent1">
                    <a:tint val="83000"/>
                    <a:satMod val="150000"/>
                  </a:schemeClr>
                </a:solidFill>
              </a:rPr>
              <a:t/>
            </a:r>
            <a:br>
              <a:rPr lang="en-US" sz="2800" b="1" dirty="0">
                <a:solidFill>
                  <a:schemeClr val="accent1">
                    <a:tint val="83000"/>
                    <a:satMod val="150000"/>
                  </a:schemeClr>
                </a:solidFill>
              </a:rPr>
            </a:br>
            <a:r>
              <a:rPr lang="en-US" sz="2800" b="1" dirty="0">
                <a:solidFill>
                  <a:schemeClr val="accent1">
                    <a:tint val="83000"/>
                    <a:satMod val="150000"/>
                  </a:schemeClr>
                </a:solidFill>
              </a:rPr>
              <a:t>Joey F. George</a:t>
            </a:r>
            <a:br>
              <a:rPr lang="en-US" sz="2800" b="1" dirty="0">
                <a:solidFill>
                  <a:schemeClr val="accent1">
                    <a:tint val="83000"/>
                    <a:satMod val="150000"/>
                  </a:schemeClr>
                </a:solidFill>
              </a:rPr>
            </a:br>
            <a:r>
              <a:rPr lang="en-US" sz="2800" b="1" dirty="0">
                <a:solidFill>
                  <a:schemeClr val="accent1">
                    <a:tint val="83000"/>
                    <a:satMod val="150000"/>
                  </a:schemeClr>
                </a:solidFill>
              </a:rPr>
              <a:t>Jeffrey A. Hoffer</a:t>
            </a:r>
          </a:p>
        </p:txBody>
      </p:sp>
      <p:sp>
        <p:nvSpPr>
          <p:cNvPr id="314371" name="Rectangle 3" descr="Rectangle: Click to edit Master text styles&#10;Second level&#10;Third level&#10;Fourth level&#10;Fifth level"/>
          <p:cNvSpPr>
            <a:spLocks noGrp="1" noChangeArrowheads="1"/>
          </p:cNvSpPr>
          <p:nvPr>
            <p:ph type="subTitle" idx="1"/>
          </p:nvPr>
        </p:nvSpPr>
        <p:spPr>
          <a:xfrm>
            <a:off x="1066800" y="3505200"/>
            <a:ext cx="7086600" cy="1600200"/>
          </a:xfrm>
        </p:spPr>
        <p:txBody>
          <a:bodyPr>
            <a:normAutofit/>
          </a:bodyPr>
          <a:lstStyle/>
          <a:p>
            <a:pPr algn="ctr" eaLnBrk="1" fontAlgn="auto" hangingPunct="1">
              <a:spcAft>
                <a:spcPts val="0"/>
              </a:spcAft>
              <a:buFont typeface="Wingdings 2"/>
              <a:buNone/>
              <a:defRPr/>
            </a:pPr>
            <a:r>
              <a:rPr lang="en-US" sz="3600" b="1"/>
              <a:t>Chapter 9</a:t>
            </a:r>
          </a:p>
          <a:p>
            <a:pPr algn="ctr" eaLnBrk="1" fontAlgn="auto" hangingPunct="1">
              <a:spcAft>
                <a:spcPts val="0"/>
              </a:spcAft>
              <a:buFont typeface="Wingdings 2"/>
              <a:buNone/>
              <a:defRPr/>
            </a:pPr>
            <a:r>
              <a:rPr lang="en-US" b="1"/>
              <a:t>Designing Databases</a:t>
            </a:r>
          </a:p>
        </p:txBody>
      </p:sp>
      <p:sp>
        <p:nvSpPr>
          <p:cNvPr id="15363" name="Rectangle 5"/>
          <p:cNvSpPr>
            <a:spLocks noGrp="1" noChangeArrowheads="1"/>
          </p:cNvSpPr>
          <p:nvPr>
            <p:ph type="ftr" sz="quarter" idx="11"/>
          </p:nvPr>
        </p:nvSpPr>
        <p:spPr bwMode="auto">
          <a:noFill/>
          <a:ln>
            <a:miter lim="800000"/>
            <a:headEnd/>
            <a:tailEnd/>
          </a:ln>
        </p:spPr>
        <p:txBody>
          <a:bodyPr wrap="square" lIns="91440" rIns="91440" numCol="1" anchorCtr="0" compatLnSpc="1">
            <a:prstTxWarp prst="textNoShape">
              <a:avLst/>
            </a:prstTxWarp>
          </a:bodyPr>
          <a:lstStyle/>
          <a:p>
            <a:r>
              <a:rPr lang="en-US" dirty="0" smtClean="0">
                <a:cs typeface="Arial" charset="0"/>
              </a:rPr>
              <a:t>Copyright © 2015 Pearson Education, Inc. Publishing as Prentice Hall</a:t>
            </a:r>
          </a:p>
        </p:txBody>
      </p:sp>
      <p:sp>
        <p:nvSpPr>
          <p:cNvPr id="31437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r>
              <a:rPr lang="en-US" sz="1600">
                <a:solidFill>
                  <a:schemeClr val="tx1"/>
                </a:solidFill>
                <a:cs typeface="+mn-cs"/>
              </a:rPr>
              <a:t>9.1</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609600" y="304800"/>
            <a:ext cx="7772400" cy="1066800"/>
          </a:xfrm>
        </p:spPr>
        <p:txBody>
          <a:bodyPr/>
          <a:lstStyle/>
          <a:p>
            <a:pPr marL="484632" eaLnBrk="1" fontAlgn="auto" hangingPunct="1">
              <a:spcAft>
                <a:spcPts val="0"/>
              </a:spcAft>
              <a:defRPr/>
            </a:pPr>
            <a:r>
              <a:rPr lang="en-US">
                <a:solidFill>
                  <a:schemeClr val="accent1">
                    <a:tint val="83000"/>
                    <a:satMod val="150000"/>
                  </a:schemeClr>
                </a:solidFill>
              </a:rPr>
              <a:t>Learning Objectives</a:t>
            </a:r>
          </a:p>
        </p:txBody>
      </p:sp>
      <p:sp>
        <p:nvSpPr>
          <p:cNvPr id="1027"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normAutofit fontScale="92500" lnSpcReduction="10000"/>
          </a:bodyPr>
          <a:lstStyle/>
          <a:p>
            <a:pPr marL="448056" indent="-384048" eaLnBrk="1" fontAlgn="auto" hangingPunct="1">
              <a:lnSpc>
                <a:spcPct val="90000"/>
              </a:lnSpc>
              <a:spcAft>
                <a:spcPts val="0"/>
              </a:spcAft>
              <a:buClr>
                <a:srgbClr val="BA2212"/>
              </a:buClr>
              <a:buFont typeface="Wingdings" pitchFamily="2" charset="2"/>
              <a:buChar char="ü"/>
              <a:defRPr/>
            </a:pPr>
            <a:r>
              <a:rPr lang="en-US" sz="2800"/>
              <a:t>Define each of the following database terms</a:t>
            </a:r>
          </a:p>
          <a:p>
            <a:pPr marL="822960" lvl="1" eaLnBrk="1" fontAlgn="auto" hangingPunct="1">
              <a:lnSpc>
                <a:spcPct val="90000"/>
              </a:lnSpc>
              <a:spcAft>
                <a:spcPts val="0"/>
              </a:spcAft>
              <a:buClr>
                <a:srgbClr val="BA2212"/>
              </a:buClr>
              <a:buFont typeface="Wingdings" pitchFamily="2" charset="2"/>
              <a:buChar char="ü"/>
              <a:defRPr/>
            </a:pPr>
            <a:r>
              <a:rPr lang="en-US" sz="2000"/>
              <a:t>Relation</a:t>
            </a:r>
          </a:p>
          <a:p>
            <a:pPr marL="822960" lvl="1" eaLnBrk="1" fontAlgn="auto" hangingPunct="1">
              <a:lnSpc>
                <a:spcPct val="90000"/>
              </a:lnSpc>
              <a:spcAft>
                <a:spcPts val="0"/>
              </a:spcAft>
              <a:buClr>
                <a:srgbClr val="BA2212"/>
              </a:buClr>
              <a:buFont typeface="Wingdings" pitchFamily="2" charset="2"/>
              <a:buChar char="ü"/>
              <a:defRPr/>
            </a:pPr>
            <a:r>
              <a:rPr lang="en-US" sz="2000"/>
              <a:t>Primary key</a:t>
            </a:r>
          </a:p>
          <a:p>
            <a:pPr marL="822960" lvl="1" eaLnBrk="1" fontAlgn="auto" hangingPunct="1">
              <a:lnSpc>
                <a:spcPct val="90000"/>
              </a:lnSpc>
              <a:spcAft>
                <a:spcPts val="0"/>
              </a:spcAft>
              <a:buClr>
                <a:srgbClr val="BA2212"/>
              </a:buClr>
              <a:buFont typeface="Wingdings" pitchFamily="2" charset="2"/>
              <a:buChar char="ü"/>
              <a:defRPr/>
            </a:pPr>
            <a:r>
              <a:rPr lang="en-US" sz="2000"/>
              <a:t>Functional dependency</a:t>
            </a:r>
          </a:p>
          <a:p>
            <a:pPr marL="822960" lvl="1" eaLnBrk="1" fontAlgn="auto" hangingPunct="1">
              <a:lnSpc>
                <a:spcPct val="90000"/>
              </a:lnSpc>
              <a:spcAft>
                <a:spcPts val="0"/>
              </a:spcAft>
              <a:buClr>
                <a:srgbClr val="BA2212"/>
              </a:buClr>
              <a:buFont typeface="Wingdings" pitchFamily="2" charset="2"/>
              <a:buChar char="ü"/>
              <a:defRPr/>
            </a:pPr>
            <a:r>
              <a:rPr lang="en-US" sz="2000"/>
              <a:t>Foreign key</a:t>
            </a:r>
          </a:p>
          <a:p>
            <a:pPr marL="822960" lvl="1" eaLnBrk="1" fontAlgn="auto" hangingPunct="1">
              <a:lnSpc>
                <a:spcPct val="90000"/>
              </a:lnSpc>
              <a:spcAft>
                <a:spcPts val="0"/>
              </a:spcAft>
              <a:buClr>
                <a:srgbClr val="BA2212"/>
              </a:buClr>
              <a:buFont typeface="Wingdings" pitchFamily="2" charset="2"/>
              <a:buChar char="ü"/>
              <a:defRPr/>
            </a:pPr>
            <a:r>
              <a:rPr lang="en-US" sz="2000"/>
              <a:t>Referential integrity</a:t>
            </a:r>
          </a:p>
          <a:p>
            <a:pPr marL="822960" lvl="1" eaLnBrk="1" fontAlgn="auto" hangingPunct="1">
              <a:lnSpc>
                <a:spcPct val="90000"/>
              </a:lnSpc>
              <a:spcAft>
                <a:spcPts val="0"/>
              </a:spcAft>
              <a:buClr>
                <a:srgbClr val="BA2212"/>
              </a:buClr>
              <a:buFont typeface="Wingdings" pitchFamily="2" charset="2"/>
              <a:buChar char="ü"/>
              <a:defRPr/>
            </a:pPr>
            <a:r>
              <a:rPr lang="en-US" sz="2000"/>
              <a:t>Field</a:t>
            </a:r>
          </a:p>
          <a:p>
            <a:pPr marL="822960" lvl="1" eaLnBrk="1" fontAlgn="auto" hangingPunct="1">
              <a:lnSpc>
                <a:spcPct val="90000"/>
              </a:lnSpc>
              <a:spcAft>
                <a:spcPts val="0"/>
              </a:spcAft>
              <a:buClr>
                <a:srgbClr val="BA2212"/>
              </a:buClr>
              <a:buFont typeface="Wingdings" pitchFamily="2" charset="2"/>
              <a:buChar char="ü"/>
              <a:defRPr/>
            </a:pPr>
            <a:r>
              <a:rPr lang="en-US" sz="2000"/>
              <a:t>Data type</a:t>
            </a:r>
          </a:p>
          <a:p>
            <a:pPr marL="822960" lvl="1" eaLnBrk="1" fontAlgn="auto" hangingPunct="1">
              <a:lnSpc>
                <a:spcPct val="90000"/>
              </a:lnSpc>
              <a:spcAft>
                <a:spcPts val="0"/>
              </a:spcAft>
              <a:buClr>
                <a:srgbClr val="BA2212"/>
              </a:buClr>
              <a:buFont typeface="Wingdings" pitchFamily="2" charset="2"/>
              <a:buChar char="ü"/>
              <a:defRPr/>
            </a:pPr>
            <a:r>
              <a:rPr lang="en-US" sz="2000"/>
              <a:t>Null value</a:t>
            </a:r>
          </a:p>
          <a:p>
            <a:pPr marL="822960" lvl="1" eaLnBrk="1" fontAlgn="auto" hangingPunct="1">
              <a:lnSpc>
                <a:spcPct val="90000"/>
              </a:lnSpc>
              <a:spcAft>
                <a:spcPts val="0"/>
              </a:spcAft>
              <a:buClr>
                <a:srgbClr val="BA2212"/>
              </a:buClr>
              <a:buFont typeface="Wingdings" pitchFamily="2" charset="2"/>
              <a:buChar char="ü"/>
              <a:defRPr/>
            </a:pPr>
            <a:r>
              <a:rPr lang="en-US" sz="2000"/>
              <a:t>Denormalization</a:t>
            </a:r>
          </a:p>
          <a:p>
            <a:pPr marL="822960" lvl="1" eaLnBrk="1" fontAlgn="auto" hangingPunct="1">
              <a:lnSpc>
                <a:spcPct val="90000"/>
              </a:lnSpc>
              <a:spcAft>
                <a:spcPts val="0"/>
              </a:spcAft>
              <a:buClr>
                <a:srgbClr val="BA2212"/>
              </a:buClr>
              <a:buFont typeface="Wingdings" pitchFamily="2" charset="2"/>
              <a:buChar char="ü"/>
              <a:defRPr/>
            </a:pPr>
            <a:r>
              <a:rPr lang="en-US" sz="2000"/>
              <a:t>File organization</a:t>
            </a:r>
          </a:p>
          <a:p>
            <a:pPr marL="822960" lvl="1" eaLnBrk="1" fontAlgn="auto" hangingPunct="1">
              <a:lnSpc>
                <a:spcPct val="90000"/>
              </a:lnSpc>
              <a:spcAft>
                <a:spcPts val="0"/>
              </a:spcAft>
              <a:buClr>
                <a:srgbClr val="BA2212"/>
              </a:buClr>
              <a:buFont typeface="Wingdings" pitchFamily="2" charset="2"/>
              <a:buChar char="ü"/>
              <a:defRPr/>
            </a:pPr>
            <a:r>
              <a:rPr lang="en-US" sz="2000"/>
              <a:t>Index</a:t>
            </a:r>
          </a:p>
          <a:p>
            <a:pPr marL="822960" lvl="1" eaLnBrk="1" fontAlgn="auto" hangingPunct="1">
              <a:lnSpc>
                <a:spcPct val="90000"/>
              </a:lnSpc>
              <a:spcAft>
                <a:spcPts val="0"/>
              </a:spcAft>
              <a:buClr>
                <a:srgbClr val="BA2212"/>
              </a:buClr>
              <a:buFont typeface="Wingdings" pitchFamily="2" charset="2"/>
              <a:buChar char="ü"/>
              <a:defRPr/>
            </a:pPr>
            <a:r>
              <a:rPr lang="en-US" sz="2000"/>
              <a:t>Secondary key</a:t>
            </a:r>
          </a:p>
        </p:txBody>
      </p:sp>
      <p:sp>
        <p:nvSpPr>
          <p:cNvPr id="1741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02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9.2</a:t>
            </a: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Learning Objectives (continued)</a:t>
            </a:r>
          </a:p>
        </p:txBody>
      </p:sp>
      <p:sp>
        <p:nvSpPr>
          <p:cNvPr id="1843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buClr>
                <a:srgbClr val="BA2212"/>
              </a:buClr>
              <a:buFont typeface="Wingdings" pitchFamily="2" charset="2"/>
              <a:buChar char="ü"/>
            </a:pPr>
            <a:r>
              <a:rPr lang="en-US" sz="2800" smtClean="0"/>
              <a:t>Discuss the role of designing databases in the analysis and design of an information system</a:t>
            </a:r>
          </a:p>
          <a:p>
            <a:pPr eaLnBrk="1" hangingPunct="1">
              <a:buClr>
                <a:srgbClr val="BA2212"/>
              </a:buClr>
              <a:buFont typeface="Wingdings" pitchFamily="2" charset="2"/>
              <a:buChar char="ü"/>
            </a:pPr>
            <a:r>
              <a:rPr lang="en-US" sz="2800" smtClean="0"/>
              <a:t>Learn how to transform an Entity-Relation (ER) Diagram into an equivalent set of well-structured relations</a:t>
            </a:r>
          </a:p>
          <a:p>
            <a:pPr eaLnBrk="1" hangingPunct="1">
              <a:buClr>
                <a:srgbClr val="BA2212"/>
              </a:buClr>
              <a:buFont typeface="Wingdings" pitchFamily="2" charset="2"/>
              <a:buChar char="ü"/>
            </a:pPr>
            <a:r>
              <a:rPr lang="en-US" sz="2800" smtClean="0"/>
              <a:t>Learn how to merge normalized relations from separate user views into a consolidated set of well-structured relations</a:t>
            </a:r>
          </a:p>
        </p:txBody>
      </p:sp>
      <p:sp>
        <p:nvSpPr>
          <p:cNvPr id="184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310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6FDBD00B-1604-4F6B-81A4-FD708DF4E471}" type="slidenum">
              <a:rPr lang="en-US" sz="1600">
                <a:solidFill>
                  <a:schemeClr val="tx1"/>
                </a:solidFill>
                <a:cs typeface="+mn-cs"/>
              </a:rPr>
              <a:pPr algn="ctr" eaLnBrk="0" hangingPunct="0">
                <a:defRPr/>
              </a:pPr>
              <a:t>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Learning Objectives (continued)</a:t>
            </a:r>
          </a:p>
        </p:txBody>
      </p:sp>
      <p:sp>
        <p:nvSpPr>
          <p:cNvPr id="1945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buClr>
                <a:srgbClr val="BA2212"/>
              </a:buClr>
              <a:buFont typeface="Wingdings" pitchFamily="2" charset="2"/>
              <a:buChar char="ü"/>
            </a:pPr>
            <a:r>
              <a:rPr lang="en-US" smtClean="0"/>
              <a:t>Explain choices of storage formats for database tables</a:t>
            </a:r>
          </a:p>
          <a:p>
            <a:pPr eaLnBrk="1" hangingPunct="1">
              <a:buClr>
                <a:srgbClr val="BA2212"/>
              </a:buClr>
              <a:buFont typeface="Wingdings" pitchFamily="2" charset="2"/>
              <a:buChar char="ü"/>
            </a:pPr>
            <a:r>
              <a:rPr lang="en-US" smtClean="0"/>
              <a:t>Learn how to transform well-structured relations into efficient database tables</a:t>
            </a:r>
          </a:p>
          <a:p>
            <a:pPr eaLnBrk="1" hangingPunct="1">
              <a:buClr>
                <a:srgbClr val="BA2212"/>
              </a:buClr>
              <a:buFont typeface="Wingdings" pitchFamily="2" charset="2"/>
              <a:buChar char="ü"/>
            </a:pPr>
            <a:r>
              <a:rPr lang="en-US" smtClean="0"/>
              <a:t>Discuss use of different types of file organizations to store database files</a:t>
            </a:r>
          </a:p>
          <a:p>
            <a:pPr eaLnBrk="1" hangingPunct="1">
              <a:buClr>
                <a:srgbClr val="BA2212"/>
              </a:buClr>
              <a:buFont typeface="Wingdings" pitchFamily="2" charset="2"/>
              <a:buChar char="ü"/>
            </a:pPr>
            <a:r>
              <a:rPr lang="en-US" smtClean="0"/>
              <a:t>Discuss indexes and their purpose</a:t>
            </a:r>
          </a:p>
        </p:txBody>
      </p:sp>
      <p:sp>
        <p:nvSpPr>
          <p:cNvPr id="194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5088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6718B379-10F6-43A2-B8B6-E55A400D45B0}" type="slidenum">
              <a:rPr lang="en-US" sz="1600">
                <a:solidFill>
                  <a:schemeClr val="tx1"/>
                </a:solidFill>
                <a:cs typeface="+mn-cs"/>
              </a:rPr>
              <a:pPr algn="ctr" eaLnBrk="0" hangingPunct="0">
                <a:defRPr/>
              </a:pPr>
              <a:t>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Process of Database Design </a:t>
            </a:r>
          </a:p>
        </p:txBody>
      </p:sp>
      <p:sp>
        <p:nvSpPr>
          <p:cNvPr id="189443" name="Rectangle 3" descr="Rectangle: Click to edit Master text styles&#10;Second level&#10;Third level&#10;Fourth level&#10;Fifth level"/>
          <p:cNvSpPr>
            <a:spLocks noGrp="1" noChangeArrowheads="1"/>
          </p:cNvSpPr>
          <p:nvPr>
            <p:ph idx="1"/>
          </p:nvPr>
        </p:nvSpPr>
        <p:spPr>
          <a:xfrm>
            <a:off x="838200" y="1524000"/>
            <a:ext cx="7772400" cy="4724400"/>
          </a:xfrm>
        </p:spPr>
        <p:txBody>
          <a:bodyPr>
            <a:normAutofit lnSpcReduction="10000"/>
          </a:bodyPr>
          <a:lstStyle/>
          <a:p>
            <a:pPr marL="609600" indent="-609600" eaLnBrk="1" fontAlgn="auto" hangingPunct="1">
              <a:lnSpc>
                <a:spcPct val="90000"/>
              </a:lnSpc>
              <a:spcAft>
                <a:spcPts val="0"/>
              </a:spcAft>
              <a:buFont typeface="Wingdings 2"/>
              <a:buChar char=""/>
              <a:defRPr/>
            </a:pPr>
            <a:r>
              <a:rPr lang="en-US" sz="2800" dirty="0"/>
              <a:t>Logical Design</a:t>
            </a:r>
          </a:p>
          <a:p>
            <a:pPr marL="990600" lvl="1" indent="-533400" eaLnBrk="1" fontAlgn="auto" hangingPunct="1">
              <a:lnSpc>
                <a:spcPct val="90000"/>
              </a:lnSpc>
              <a:spcAft>
                <a:spcPts val="0"/>
              </a:spcAft>
              <a:buFont typeface="Verdana"/>
              <a:buChar char="›"/>
              <a:defRPr/>
            </a:pPr>
            <a:r>
              <a:rPr lang="en-US" sz="2400" dirty="0"/>
              <a:t>Based upon the conceptual data model</a:t>
            </a:r>
          </a:p>
          <a:p>
            <a:pPr marL="990600" lvl="1" indent="-533400" eaLnBrk="1" fontAlgn="auto" hangingPunct="1">
              <a:lnSpc>
                <a:spcPct val="90000"/>
              </a:lnSpc>
              <a:spcAft>
                <a:spcPts val="0"/>
              </a:spcAft>
              <a:buFont typeface="Verdana"/>
              <a:buChar char="›"/>
              <a:defRPr/>
            </a:pPr>
            <a:r>
              <a:rPr lang="en-US" sz="2400" dirty="0"/>
              <a:t>Four key steps:</a:t>
            </a:r>
          </a:p>
          <a:p>
            <a:pPr marL="1371600" lvl="2" indent="-457200" eaLnBrk="1" fontAlgn="auto" hangingPunct="1">
              <a:lnSpc>
                <a:spcPct val="90000"/>
              </a:lnSpc>
              <a:spcAft>
                <a:spcPts val="0"/>
              </a:spcAft>
              <a:buFont typeface="Wingdings" pitchFamily="2" charset="2"/>
              <a:buNone/>
              <a:defRPr/>
            </a:pPr>
            <a:r>
              <a:rPr lang="en-US" sz="2000" dirty="0">
                <a:solidFill>
                  <a:srgbClr val="FF388C"/>
                </a:solidFill>
              </a:rPr>
              <a:t>1.</a:t>
            </a:r>
            <a:r>
              <a:rPr lang="en-US" sz="2000" dirty="0"/>
              <a:t>	Develop a logical data model for each known user interface for the application using normalization principles</a:t>
            </a:r>
          </a:p>
          <a:p>
            <a:pPr marL="1371600" lvl="2" indent="-457200" eaLnBrk="1" fontAlgn="auto" hangingPunct="1">
              <a:lnSpc>
                <a:spcPct val="90000"/>
              </a:lnSpc>
              <a:spcAft>
                <a:spcPts val="0"/>
              </a:spcAft>
              <a:buFont typeface="Wingdings" pitchFamily="2" charset="2"/>
              <a:buNone/>
              <a:defRPr/>
            </a:pPr>
            <a:r>
              <a:rPr lang="en-US" sz="2000" dirty="0">
                <a:solidFill>
                  <a:srgbClr val="FF388C"/>
                </a:solidFill>
              </a:rPr>
              <a:t>2.</a:t>
            </a:r>
            <a:r>
              <a:rPr lang="en-US" sz="2000" dirty="0"/>
              <a:t>	Combine normalized data requirements from all user interfaces into one consolidated logical database model</a:t>
            </a:r>
          </a:p>
          <a:p>
            <a:pPr marL="1371600" lvl="2" indent="-457200" eaLnBrk="1" fontAlgn="auto" hangingPunct="1">
              <a:lnSpc>
                <a:spcPct val="90000"/>
              </a:lnSpc>
              <a:spcAft>
                <a:spcPts val="0"/>
              </a:spcAft>
              <a:buFont typeface="Wingdings" pitchFamily="2" charset="2"/>
              <a:buNone/>
              <a:defRPr/>
            </a:pPr>
            <a:r>
              <a:rPr lang="en-US" sz="2000" dirty="0">
                <a:solidFill>
                  <a:srgbClr val="FF388C"/>
                </a:solidFill>
              </a:rPr>
              <a:t>3.</a:t>
            </a:r>
            <a:r>
              <a:rPr lang="en-US" sz="2000" dirty="0"/>
              <a:t>	Translate the conceptual E-R data model for the application into normalized data requirements</a:t>
            </a:r>
          </a:p>
          <a:p>
            <a:pPr marL="1371600" lvl="2" indent="-457200" eaLnBrk="1" fontAlgn="auto" hangingPunct="1">
              <a:lnSpc>
                <a:spcPct val="90000"/>
              </a:lnSpc>
              <a:spcAft>
                <a:spcPts val="0"/>
              </a:spcAft>
              <a:buFont typeface="Wingdings" pitchFamily="2" charset="2"/>
              <a:buNone/>
              <a:defRPr/>
            </a:pPr>
            <a:r>
              <a:rPr lang="en-US" sz="2000" dirty="0">
                <a:solidFill>
                  <a:srgbClr val="FF388C"/>
                </a:solidFill>
              </a:rPr>
              <a:t>4.	</a:t>
            </a:r>
            <a:r>
              <a:rPr lang="en-US" sz="2000" dirty="0"/>
              <a:t>Compare the consolidated logical database design with the translated E-R model and produce one final logical database model for the application</a:t>
            </a:r>
          </a:p>
        </p:txBody>
      </p:sp>
      <p:sp>
        <p:nvSpPr>
          <p:cNvPr id="204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8944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413F0578-12F7-49E2-B7D8-2280AAC09DAE}" type="slidenum">
              <a:rPr lang="en-US" sz="1600">
                <a:solidFill>
                  <a:schemeClr val="tx1"/>
                </a:solidFill>
                <a:cs typeface="+mn-cs"/>
              </a:rPr>
              <a:pPr algn="ctr" eaLnBrk="0" hangingPunct="0">
                <a:defRPr/>
              </a:pPr>
              <a:t>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Process of Database Design (continued)</a:t>
            </a:r>
          </a:p>
        </p:txBody>
      </p:sp>
      <p:sp>
        <p:nvSpPr>
          <p:cNvPr id="190467"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normAutofit lnSpcReduction="10000"/>
          </a:bodyPr>
          <a:lstStyle/>
          <a:p>
            <a:pPr marL="609600" indent="-609600" eaLnBrk="1" fontAlgn="auto" hangingPunct="1">
              <a:spcAft>
                <a:spcPts val="0"/>
              </a:spcAft>
              <a:buFont typeface="Wingdings 2"/>
              <a:buChar char=""/>
              <a:defRPr/>
            </a:pPr>
            <a:r>
              <a:rPr lang="en-US" sz="2800"/>
              <a:t>Physical Design</a:t>
            </a:r>
          </a:p>
          <a:p>
            <a:pPr marL="990600" lvl="1" indent="-533400" eaLnBrk="1" fontAlgn="auto" hangingPunct="1">
              <a:spcAft>
                <a:spcPts val="0"/>
              </a:spcAft>
              <a:buFont typeface="Verdana"/>
              <a:buChar char="›"/>
              <a:defRPr/>
            </a:pPr>
            <a:r>
              <a:rPr lang="en-US" sz="2400"/>
              <a:t>Based upon results of logical database design</a:t>
            </a:r>
          </a:p>
          <a:p>
            <a:pPr marL="990600" lvl="1" indent="-533400" eaLnBrk="1" fontAlgn="auto" hangingPunct="1">
              <a:spcAft>
                <a:spcPts val="0"/>
              </a:spcAft>
              <a:buFont typeface="Verdana"/>
              <a:buChar char="›"/>
              <a:defRPr/>
            </a:pPr>
            <a:r>
              <a:rPr lang="en-US" sz="2400"/>
              <a:t>Key decisions:</a:t>
            </a:r>
          </a:p>
          <a:p>
            <a:pPr marL="1371600" lvl="2" indent="-457200" eaLnBrk="1" fontAlgn="auto" hangingPunct="1">
              <a:spcAft>
                <a:spcPts val="0"/>
              </a:spcAft>
              <a:buFont typeface="Wingdings" pitchFamily="2" charset="2"/>
              <a:buAutoNum type="arabicPeriod"/>
              <a:defRPr/>
            </a:pPr>
            <a:r>
              <a:rPr lang="en-US" sz="2000"/>
              <a:t>Choosing storage format for each attribute from the logical database model</a:t>
            </a:r>
          </a:p>
          <a:p>
            <a:pPr marL="1371600" lvl="2" indent="-457200" eaLnBrk="1" fontAlgn="auto" hangingPunct="1">
              <a:spcAft>
                <a:spcPts val="0"/>
              </a:spcAft>
              <a:buFont typeface="Wingdings" pitchFamily="2" charset="2"/>
              <a:buAutoNum type="arabicPeriod"/>
              <a:defRPr/>
            </a:pPr>
            <a:r>
              <a:rPr lang="en-US" sz="2000"/>
              <a:t>Grouping attributes from the logical database model into physical records</a:t>
            </a:r>
          </a:p>
          <a:p>
            <a:pPr marL="1371600" lvl="2" indent="-457200" eaLnBrk="1" fontAlgn="auto" hangingPunct="1">
              <a:spcAft>
                <a:spcPts val="0"/>
              </a:spcAft>
              <a:buFont typeface="Wingdings" pitchFamily="2" charset="2"/>
              <a:buAutoNum type="arabicPeriod"/>
              <a:defRPr/>
            </a:pPr>
            <a:r>
              <a:rPr lang="en-US" sz="2000"/>
              <a:t>Arranging related records in secondary memory (hard disks and magnetic tapes) so that records can be stored, retrieved, and updated rapidly</a:t>
            </a:r>
          </a:p>
          <a:p>
            <a:pPr marL="1371600" lvl="2" indent="-457200" eaLnBrk="1" fontAlgn="auto" hangingPunct="1">
              <a:spcAft>
                <a:spcPts val="0"/>
              </a:spcAft>
              <a:buFont typeface="Wingdings" pitchFamily="2" charset="2"/>
              <a:buAutoNum type="arabicPeriod"/>
              <a:defRPr/>
            </a:pPr>
            <a:r>
              <a:rPr lang="en-US" sz="2000"/>
              <a:t>Selecting media and structures for storing data to make access more efficient</a:t>
            </a:r>
          </a:p>
        </p:txBody>
      </p:sp>
      <p:sp>
        <p:nvSpPr>
          <p:cNvPr id="215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046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6768EC6E-BEEC-40D9-83D9-A86E8F6C5A56}" type="slidenum">
              <a:rPr lang="en-US" sz="1600">
                <a:solidFill>
                  <a:schemeClr val="tx1"/>
                </a:solidFill>
                <a:cs typeface="+mn-cs"/>
              </a:rPr>
              <a:pPr algn="ctr" eaLnBrk="0" hangingPunct="0">
                <a:defRPr/>
              </a:pPr>
              <a:t>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1026"/>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Process of Database Design (continued)</a:t>
            </a:r>
          </a:p>
        </p:txBody>
      </p:sp>
      <p:sp>
        <p:nvSpPr>
          <p:cNvPr id="22530" name="Rectangle 1027"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marL="609600" indent="-609600" eaLnBrk="1" hangingPunct="1"/>
            <a:r>
              <a:rPr lang="en-US" sz="2800" smtClean="0"/>
              <a:t>Primary Key</a:t>
            </a:r>
          </a:p>
          <a:p>
            <a:pPr marL="990600" lvl="1" indent="-533400" eaLnBrk="1" hangingPunct="1"/>
            <a:r>
              <a:rPr lang="en-US" sz="2400" smtClean="0"/>
              <a:t>An attribute whose value is unique across all occurrences of a relation</a:t>
            </a:r>
          </a:p>
        </p:txBody>
      </p:sp>
      <p:sp>
        <p:nvSpPr>
          <p:cNvPr id="225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6244" name="Text Box 1028"/>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25BEA87F-70B6-4BBF-B3A9-3344F95958BF}" type="slidenum">
              <a:rPr lang="en-US" sz="1600">
                <a:solidFill>
                  <a:schemeClr val="tx1"/>
                </a:solidFill>
                <a:cs typeface="+mn-cs"/>
              </a:rPr>
              <a:pPr algn="ctr" eaLnBrk="0" hangingPunct="0">
                <a:defRPr/>
              </a:pPr>
              <a:t>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685800" y="533400"/>
            <a:ext cx="7772400" cy="8382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Deliverables and Outcomes</a:t>
            </a:r>
          </a:p>
        </p:txBody>
      </p:sp>
      <p:sp>
        <p:nvSpPr>
          <p:cNvPr id="23554" name="Rectangle 3" descr="Rectangle: Click to edit Master text styles&#10;Second level&#10;Third level&#10;Fourth level&#10;Fifth level"/>
          <p:cNvSpPr>
            <a:spLocks noGrp="1" noChangeArrowheads="1"/>
          </p:cNvSpPr>
          <p:nvPr>
            <p:ph idx="1"/>
          </p:nvPr>
        </p:nvSpPr>
        <p:spPr>
          <a:xfrm>
            <a:off x="838200" y="1447800"/>
            <a:ext cx="7772400" cy="4572000"/>
          </a:xfrm>
        </p:spPr>
        <p:txBody>
          <a:bodyPr/>
          <a:lstStyle/>
          <a:p>
            <a:pPr eaLnBrk="1" hangingPunct="1"/>
            <a:r>
              <a:rPr lang="en-US" smtClean="0"/>
              <a:t>Logical database design must account for every data element, system input or output</a:t>
            </a:r>
          </a:p>
          <a:p>
            <a:pPr eaLnBrk="1" hangingPunct="1"/>
            <a:r>
              <a:rPr lang="en-US" smtClean="0"/>
              <a:t>Normalized relations are the primary deliverable</a:t>
            </a:r>
          </a:p>
          <a:p>
            <a:pPr eaLnBrk="1" hangingPunct="1"/>
            <a:r>
              <a:rPr lang="en-US" smtClean="0"/>
              <a:t>Physical database design results in converting relations into files</a:t>
            </a:r>
          </a:p>
          <a:p>
            <a:pPr eaLnBrk="1" hangingPunct="1">
              <a:buFont typeface="Wingdings" pitchFamily="2" charset="2"/>
              <a:buNone/>
            </a:pPr>
            <a:endParaRPr lang="en-US" smtClean="0"/>
          </a:p>
        </p:txBody>
      </p:sp>
      <p:sp>
        <p:nvSpPr>
          <p:cNvPr id="235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149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1D4C89EC-601C-4B11-BA66-B5C8C6670AC2}" type="slidenum">
              <a:rPr lang="en-US" sz="1600">
                <a:solidFill>
                  <a:schemeClr val="tx1"/>
                </a:solidFill>
                <a:cs typeface="+mn-cs"/>
              </a:rPr>
              <a:pPr algn="ctr" eaLnBrk="0" hangingPunct="0">
                <a:defRPr/>
              </a:pPr>
              <a:t>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a:solidFill>
                  <a:schemeClr val="accent1">
                    <a:tint val="83000"/>
                    <a:satMod val="150000"/>
                  </a:schemeClr>
                </a:solidFill>
              </a:rPr>
              <a:t>Relational Database Model</a:t>
            </a:r>
          </a:p>
        </p:txBody>
      </p:sp>
      <p:sp>
        <p:nvSpPr>
          <p:cNvPr id="192515" name="Rectangle 3" descr="Rectangle: Click to edit Master text styles&#10;Second level&#10;Third level&#10;Fourth level&#10;Fifth level"/>
          <p:cNvSpPr>
            <a:spLocks noGrp="1" noChangeArrowheads="1"/>
          </p:cNvSpPr>
          <p:nvPr>
            <p:ph idx="1"/>
          </p:nvPr>
        </p:nvSpPr>
        <p:spPr>
          <a:xfrm>
            <a:off x="762000" y="1447800"/>
            <a:ext cx="7772400" cy="4267200"/>
          </a:xfrm>
        </p:spPr>
        <p:txBody>
          <a:bodyPr>
            <a:normAutofit fontScale="92500" lnSpcReduction="10000"/>
          </a:bodyPr>
          <a:lstStyle/>
          <a:p>
            <a:pPr marL="448056" indent="-384048" eaLnBrk="1" fontAlgn="auto" hangingPunct="1">
              <a:lnSpc>
                <a:spcPct val="90000"/>
              </a:lnSpc>
              <a:spcAft>
                <a:spcPts val="0"/>
              </a:spcAft>
              <a:buFont typeface="Wingdings 2"/>
              <a:buChar char=""/>
              <a:defRPr/>
            </a:pPr>
            <a:r>
              <a:rPr lang="en-US" sz="2400"/>
              <a:t>Data represented as a set of related tables or relations</a:t>
            </a:r>
          </a:p>
          <a:p>
            <a:pPr marL="448056" indent="-384048" eaLnBrk="1" fontAlgn="auto" hangingPunct="1">
              <a:lnSpc>
                <a:spcPct val="90000"/>
              </a:lnSpc>
              <a:spcAft>
                <a:spcPts val="0"/>
              </a:spcAft>
              <a:buFont typeface="Wingdings 2"/>
              <a:buChar char=""/>
              <a:defRPr/>
            </a:pPr>
            <a:r>
              <a:rPr lang="en-US" sz="2400"/>
              <a:t>Relation</a:t>
            </a:r>
          </a:p>
          <a:p>
            <a:pPr marL="822960" lvl="1" eaLnBrk="1" fontAlgn="auto" hangingPunct="1">
              <a:lnSpc>
                <a:spcPct val="90000"/>
              </a:lnSpc>
              <a:spcAft>
                <a:spcPts val="0"/>
              </a:spcAft>
              <a:buFont typeface="Verdana"/>
              <a:buChar char="›"/>
              <a:defRPr/>
            </a:pPr>
            <a:r>
              <a:rPr lang="en-US" sz="2400"/>
              <a:t>A named, two-dimensional table of data.  Each relation consists of a set of named columns and an arbitrary number of unnamed rows</a:t>
            </a:r>
          </a:p>
          <a:p>
            <a:pPr marL="822960" lvl="1" eaLnBrk="1" fontAlgn="auto" hangingPunct="1">
              <a:lnSpc>
                <a:spcPct val="90000"/>
              </a:lnSpc>
              <a:spcAft>
                <a:spcPts val="0"/>
              </a:spcAft>
              <a:buFont typeface="Verdana"/>
              <a:buChar char="›"/>
              <a:defRPr/>
            </a:pPr>
            <a:r>
              <a:rPr lang="en-US" sz="2400"/>
              <a:t>Properties</a:t>
            </a:r>
          </a:p>
          <a:p>
            <a:pPr marL="1106424" lvl="2" eaLnBrk="1" fontAlgn="auto" hangingPunct="1">
              <a:lnSpc>
                <a:spcPct val="90000"/>
              </a:lnSpc>
              <a:spcAft>
                <a:spcPts val="0"/>
              </a:spcAft>
              <a:buFont typeface="Wingdings 2"/>
              <a:buChar char=""/>
              <a:defRPr/>
            </a:pPr>
            <a:r>
              <a:rPr lang="en-US" sz="2000"/>
              <a:t>Entries in cells are simple</a:t>
            </a:r>
          </a:p>
          <a:p>
            <a:pPr marL="1106424" lvl="2" eaLnBrk="1" fontAlgn="auto" hangingPunct="1">
              <a:lnSpc>
                <a:spcPct val="90000"/>
              </a:lnSpc>
              <a:spcAft>
                <a:spcPts val="0"/>
              </a:spcAft>
              <a:buFont typeface="Wingdings 2"/>
              <a:buChar char=""/>
              <a:defRPr/>
            </a:pPr>
            <a:r>
              <a:rPr lang="en-US" sz="2000"/>
              <a:t>Entries in columns are from the same set of values</a:t>
            </a:r>
          </a:p>
          <a:p>
            <a:pPr marL="1106424" lvl="2" eaLnBrk="1" fontAlgn="auto" hangingPunct="1">
              <a:lnSpc>
                <a:spcPct val="90000"/>
              </a:lnSpc>
              <a:spcAft>
                <a:spcPts val="0"/>
              </a:spcAft>
              <a:buFont typeface="Wingdings 2"/>
              <a:buChar char=""/>
              <a:defRPr/>
            </a:pPr>
            <a:r>
              <a:rPr lang="en-US" sz="2000"/>
              <a:t>Each row is unique</a:t>
            </a:r>
          </a:p>
          <a:p>
            <a:pPr marL="1106424" lvl="2" eaLnBrk="1" fontAlgn="auto" hangingPunct="1">
              <a:lnSpc>
                <a:spcPct val="90000"/>
              </a:lnSpc>
              <a:spcAft>
                <a:spcPts val="0"/>
              </a:spcAft>
              <a:buFont typeface="Wingdings 2"/>
              <a:buChar char=""/>
              <a:defRPr/>
            </a:pPr>
            <a:r>
              <a:rPr lang="en-US" sz="2000"/>
              <a:t>The sequence of columns can be interchanged without changing the meaning or use of the relation</a:t>
            </a:r>
          </a:p>
          <a:p>
            <a:pPr marL="1106424" lvl="2" eaLnBrk="1" fontAlgn="auto" hangingPunct="1">
              <a:lnSpc>
                <a:spcPct val="90000"/>
              </a:lnSpc>
              <a:spcAft>
                <a:spcPts val="0"/>
              </a:spcAft>
              <a:buFont typeface="Wingdings 2"/>
              <a:buChar char=""/>
              <a:defRPr/>
            </a:pPr>
            <a:r>
              <a:rPr lang="en-US" sz="2000"/>
              <a:t>The rows may be interchanged or stored in any sequence</a:t>
            </a:r>
          </a:p>
        </p:txBody>
      </p:sp>
      <p:sp>
        <p:nvSpPr>
          <p:cNvPr id="245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251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FCF2BB04-FA56-4381-8CD8-4E63D34364D4}" type="slidenum">
              <a:rPr lang="en-US" sz="1600">
                <a:solidFill>
                  <a:schemeClr val="tx1"/>
                </a:solidFill>
                <a:cs typeface="+mn-cs"/>
              </a:rPr>
              <a:pPr algn="ctr" eaLnBrk="0" hangingPunct="0">
                <a:defRPr/>
              </a:pPr>
              <a:t>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609600" y="228600"/>
            <a:ext cx="7772400" cy="11430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Relational Database Model (continued)</a:t>
            </a:r>
          </a:p>
        </p:txBody>
      </p:sp>
      <p:sp>
        <p:nvSpPr>
          <p:cNvPr id="25602" name="Rectangle 3" descr="Rectangle: Click to edit Master text styles&#10;Second level&#10;Third level&#10;Fourth level&#10;Fifth level"/>
          <p:cNvSpPr>
            <a:spLocks noGrp="1" noChangeArrowheads="1"/>
          </p:cNvSpPr>
          <p:nvPr>
            <p:ph idx="1"/>
          </p:nvPr>
        </p:nvSpPr>
        <p:spPr>
          <a:xfrm>
            <a:off x="762000" y="1600200"/>
            <a:ext cx="7772400" cy="4114800"/>
          </a:xfrm>
        </p:spPr>
        <p:txBody>
          <a:bodyPr/>
          <a:lstStyle/>
          <a:p>
            <a:pPr eaLnBrk="1" hangingPunct="1"/>
            <a:r>
              <a:rPr lang="en-US" smtClean="0"/>
              <a:t>Well-Structured Relation</a:t>
            </a:r>
          </a:p>
          <a:p>
            <a:pPr lvl="1" eaLnBrk="1" hangingPunct="1"/>
            <a:r>
              <a:rPr lang="en-US" smtClean="0"/>
              <a:t>A relation that contains a minimum amount of redundancy and allows users to insert, modify, and delete the rows without errors or inconsistencies</a:t>
            </a:r>
          </a:p>
          <a:p>
            <a:pPr lvl="1" eaLnBrk="1" hangingPunct="1">
              <a:buFont typeface="Wingdings" pitchFamily="2" charset="2"/>
              <a:buNone/>
            </a:pPr>
            <a:endParaRPr lang="en-US" smtClean="0"/>
          </a:p>
        </p:txBody>
      </p:sp>
      <p:sp>
        <p:nvSpPr>
          <p:cNvPr id="2560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522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089D495D-A729-4E30-BAE0-187B20B879C8}" type="slidenum">
              <a:rPr lang="en-US" sz="1600">
                <a:solidFill>
                  <a:schemeClr val="tx1"/>
                </a:solidFill>
                <a:cs typeface="+mn-cs"/>
              </a:rPr>
              <a:pPr algn="ctr" eaLnBrk="0" hangingPunct="0">
                <a:defRPr/>
              </a:pPr>
              <a:t>10</a:t>
            </a:fld>
            <a:endParaRPr lang="en-US" sz="1600">
              <a:solidFill>
                <a:schemeClr val="tx1"/>
              </a:solidFill>
              <a:cs typeface="+mn-cs"/>
            </a:endParaRPr>
          </a:p>
        </p:txBody>
      </p:sp>
      <p:pic>
        <p:nvPicPr>
          <p:cNvPr id="265222" name="Picture 6"/>
          <p:cNvPicPr>
            <a:picLocks noChangeAspect="1" noChangeArrowheads="1"/>
          </p:cNvPicPr>
          <p:nvPr/>
        </p:nvPicPr>
        <p:blipFill>
          <a:blip r:embed="rId2"/>
          <a:srcRect/>
          <a:stretch>
            <a:fillRect/>
          </a:stretch>
        </p:blipFill>
        <p:spPr bwMode="auto">
          <a:xfrm>
            <a:off x="381000" y="4330700"/>
            <a:ext cx="8324850" cy="168910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Normalization</a:t>
            </a:r>
          </a:p>
        </p:txBody>
      </p:sp>
      <p:sp>
        <p:nvSpPr>
          <p:cNvPr id="194563" name="Rectangle 3" descr="Rectangle: Click to edit Master text styles&#10;Second level&#10;Third level&#10;Fourth level&#10;Fifth level"/>
          <p:cNvSpPr>
            <a:spLocks noGrp="1" noChangeArrowheads="1"/>
          </p:cNvSpPr>
          <p:nvPr>
            <p:ph idx="1"/>
          </p:nvPr>
        </p:nvSpPr>
        <p:spPr>
          <a:xfrm>
            <a:off x="838200" y="1905000"/>
            <a:ext cx="7772400" cy="1752600"/>
          </a:xfrm>
        </p:spPr>
        <p:txBody>
          <a:bodyPr>
            <a:normAutofit lnSpcReduction="10000"/>
          </a:bodyPr>
          <a:lstStyle/>
          <a:p>
            <a:pPr marL="609600" indent="-609600" eaLnBrk="1" fontAlgn="auto" hangingPunct="1">
              <a:spcAft>
                <a:spcPts val="0"/>
              </a:spcAft>
              <a:buFont typeface="Wingdings 2"/>
              <a:buChar char=""/>
              <a:defRPr/>
            </a:pPr>
            <a:r>
              <a:rPr lang="en-US" sz="2800"/>
              <a:t>The process of converting complex data structures into simple, stable data structures</a:t>
            </a:r>
          </a:p>
          <a:p>
            <a:pPr marL="609600" indent="-609600" eaLnBrk="1" fontAlgn="auto" hangingPunct="1">
              <a:spcAft>
                <a:spcPts val="0"/>
              </a:spcAft>
              <a:buFont typeface="Wingdings 2"/>
              <a:buChar char=""/>
              <a:defRPr/>
            </a:pPr>
            <a:r>
              <a:rPr lang="en-US" sz="2800"/>
              <a:t>Eliminates redundancy (see Figure 9-6)</a:t>
            </a:r>
          </a:p>
        </p:txBody>
      </p:sp>
      <p:sp>
        <p:nvSpPr>
          <p:cNvPr id="266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456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73D475BA-C970-4409-9B00-03116AD9AF48}" type="slidenum">
              <a:rPr lang="en-US" sz="1600">
                <a:solidFill>
                  <a:schemeClr val="tx1"/>
                </a:solidFill>
                <a:cs typeface="+mn-cs"/>
              </a:rPr>
              <a:pPr algn="ctr" eaLnBrk="0" hangingPunct="0">
                <a:defRPr/>
              </a:pPr>
              <a:t>11</a:t>
            </a:fld>
            <a:endParaRPr lang="en-US" sz="1600">
              <a:solidFill>
                <a:schemeClr val="tx1"/>
              </a:solidFill>
              <a:cs typeface="+mn-cs"/>
            </a:endParaRPr>
          </a:p>
        </p:txBody>
      </p:sp>
      <p:pic>
        <p:nvPicPr>
          <p:cNvPr id="2" name="Picture 1"/>
          <p:cNvPicPr>
            <a:picLocks noChangeAspect="1"/>
          </p:cNvPicPr>
          <p:nvPr/>
        </p:nvPicPr>
        <p:blipFill>
          <a:blip r:embed="rId2"/>
          <a:stretch>
            <a:fillRect/>
          </a:stretch>
        </p:blipFill>
        <p:spPr>
          <a:xfrm>
            <a:off x="948205" y="3678688"/>
            <a:ext cx="7536516" cy="2472423"/>
          </a:xfrm>
          <a:prstGeom prst="rect">
            <a:avLst/>
          </a:prstGeom>
        </p:spPr>
      </p:pic>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Normalization (continued)</a:t>
            </a:r>
          </a:p>
        </p:txBody>
      </p:sp>
      <p:sp>
        <p:nvSpPr>
          <p:cNvPr id="2765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eaLnBrk="1" hangingPunct="1"/>
            <a:r>
              <a:rPr lang="en-US" sz="2800" smtClean="0"/>
              <a:t>Second Normal Form (2NF)</a:t>
            </a:r>
          </a:p>
          <a:p>
            <a:pPr marL="990600" lvl="1" indent="-533400" eaLnBrk="1" hangingPunct="1"/>
            <a:r>
              <a:rPr lang="en-US" sz="2400" smtClean="0"/>
              <a:t>Each nonprimary key attribute is identified by the whole key (called </a:t>
            </a:r>
            <a:r>
              <a:rPr lang="en-US" sz="2400" i="1" smtClean="0"/>
              <a:t>full functional dependency</a:t>
            </a:r>
            <a:r>
              <a:rPr lang="en-US" sz="2400" smtClean="0"/>
              <a:t>)</a:t>
            </a:r>
          </a:p>
          <a:p>
            <a:pPr marL="609600" indent="-609600" eaLnBrk="1" hangingPunct="1"/>
            <a:r>
              <a:rPr lang="en-US" sz="2800" smtClean="0"/>
              <a:t>Third Normal Form (3NF)</a:t>
            </a:r>
          </a:p>
          <a:p>
            <a:pPr marL="990600" lvl="1" indent="-533400" eaLnBrk="1" hangingPunct="1"/>
            <a:r>
              <a:rPr lang="en-US" sz="2400" smtClean="0"/>
              <a:t>Nonprimary key attributes do not depend on each other (called </a:t>
            </a:r>
            <a:r>
              <a:rPr lang="en-US" sz="2400" i="1" smtClean="0"/>
              <a:t>transitive dependencies</a:t>
            </a:r>
            <a:r>
              <a:rPr lang="en-US" sz="2400" smtClean="0"/>
              <a:t>)</a:t>
            </a:r>
          </a:p>
          <a:p>
            <a:pPr marL="609600" indent="-609600" eaLnBrk="1" hangingPunct="1"/>
            <a:r>
              <a:rPr lang="en-US" sz="2800" smtClean="0"/>
              <a:t>The result of normalization is that every nonprimary key attribute depends upon the whole primary key.</a:t>
            </a:r>
          </a:p>
        </p:txBody>
      </p:sp>
      <p:sp>
        <p:nvSpPr>
          <p:cNvPr id="2765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726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93C0A0FC-A936-4A18-9BFE-5191F42C56D0}" type="slidenum">
              <a:rPr lang="en-US" sz="1600">
                <a:solidFill>
                  <a:schemeClr val="tx1"/>
                </a:solidFill>
                <a:cs typeface="+mn-cs"/>
              </a:rPr>
              <a:pPr algn="ctr" eaLnBrk="0" hangingPunct="0">
                <a:defRPr/>
              </a:pPr>
              <a:t>12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609600" y="228600"/>
            <a:ext cx="7772400" cy="12192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Functional Dependencies and Primary Keys</a:t>
            </a:r>
          </a:p>
        </p:txBody>
      </p:sp>
      <p:sp>
        <p:nvSpPr>
          <p:cNvPr id="2867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z="2800" smtClean="0"/>
              <a:t>Functional Dependency</a:t>
            </a:r>
          </a:p>
          <a:p>
            <a:pPr lvl="1" eaLnBrk="1" hangingPunct="1"/>
            <a:r>
              <a:rPr lang="en-US" sz="2400" smtClean="0"/>
              <a:t>A particular relationship between two attributes.  For a given relation, attribute B is functionally dependent on attribute A if, for every valid value of A, that value of A uniquely determines the value of B.</a:t>
            </a:r>
          </a:p>
          <a:p>
            <a:pPr lvl="1" eaLnBrk="1" hangingPunct="1"/>
            <a:r>
              <a:rPr lang="en-US" sz="2400" smtClean="0"/>
              <a:t>Instances (or sample data) in a relation do not prove the existence of a functional dependency</a:t>
            </a:r>
          </a:p>
          <a:p>
            <a:pPr lvl="1" eaLnBrk="1" hangingPunct="1"/>
            <a:r>
              <a:rPr lang="en-US" sz="2400" smtClean="0"/>
              <a:t>Knowledge of problem domain is the most reliable method for identifying functional dependency</a:t>
            </a:r>
          </a:p>
        </p:txBody>
      </p:sp>
      <p:sp>
        <p:nvSpPr>
          <p:cNvPr id="2867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1914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CCEB227E-E1D9-4FC4-B373-77E690CEFB6F}" type="slidenum">
              <a:rPr lang="en-US" sz="1600">
                <a:solidFill>
                  <a:schemeClr val="tx1"/>
                </a:solidFill>
                <a:cs typeface="+mn-cs"/>
              </a:rPr>
              <a:pPr algn="ctr" eaLnBrk="0" hangingPunct="0">
                <a:defRPr/>
              </a:pPr>
              <a:t>13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a:xfrm>
            <a:off x="609600" y="228600"/>
            <a:ext cx="7772400" cy="12192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Functional Dependencies and Primary Keys (continued)</a:t>
            </a:r>
          </a:p>
        </p:txBody>
      </p:sp>
      <p:sp>
        <p:nvSpPr>
          <p:cNvPr id="2969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eaLnBrk="1" hangingPunct="1"/>
            <a:r>
              <a:rPr lang="en-US" smtClean="0"/>
              <a:t>Second Normal Form (2NF)</a:t>
            </a:r>
          </a:p>
          <a:p>
            <a:pPr marL="990600" lvl="1" indent="-533400" eaLnBrk="1" hangingPunct="1"/>
            <a:r>
              <a:rPr lang="en-US" smtClean="0"/>
              <a:t>A relation is in second normal form (2NF) if any of the following conditions apply:</a:t>
            </a:r>
          </a:p>
          <a:p>
            <a:pPr marL="1371600" lvl="2" indent="-457200" eaLnBrk="1" hangingPunct="1">
              <a:buFont typeface="Wingdings" pitchFamily="2" charset="2"/>
              <a:buAutoNum type="arabicPeriod"/>
            </a:pPr>
            <a:r>
              <a:rPr lang="en-US" smtClean="0"/>
              <a:t>The primary key consists of only one attribute</a:t>
            </a:r>
          </a:p>
          <a:p>
            <a:pPr marL="1371600" lvl="2" indent="-457200" eaLnBrk="1" hangingPunct="1">
              <a:buFont typeface="Wingdings" pitchFamily="2" charset="2"/>
              <a:buAutoNum type="arabicPeriod"/>
            </a:pPr>
            <a:r>
              <a:rPr lang="en-US" smtClean="0"/>
              <a:t>No nonprimary key attributes exist in the relation</a:t>
            </a:r>
          </a:p>
          <a:p>
            <a:pPr marL="1371600" lvl="2" indent="-457200" eaLnBrk="1" hangingPunct="1">
              <a:buFont typeface="Wingdings" pitchFamily="2" charset="2"/>
              <a:buAutoNum type="arabicPeriod"/>
            </a:pPr>
            <a:r>
              <a:rPr lang="en-US" smtClean="0"/>
              <a:t>Every nonprimary key attribute is functionally dependent on the full set of primary key attributes</a:t>
            </a:r>
          </a:p>
        </p:txBody>
      </p:sp>
      <p:sp>
        <p:nvSpPr>
          <p:cNvPr id="296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829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7811B235-C691-457E-8CB7-79326FC09058}" type="slidenum">
              <a:rPr lang="en-US" sz="1600">
                <a:solidFill>
                  <a:schemeClr val="tx1"/>
                </a:solidFill>
                <a:cs typeface="+mn-cs"/>
              </a:rPr>
              <a:pPr algn="ctr" eaLnBrk="0" hangingPunct="0">
                <a:defRPr/>
              </a:pPr>
              <a:t>14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Functional Dependencies and</a:t>
            </a:r>
            <a:br>
              <a:rPr lang="en-US" sz="4000">
                <a:solidFill>
                  <a:schemeClr val="accent1">
                    <a:tint val="83000"/>
                    <a:satMod val="150000"/>
                  </a:schemeClr>
                </a:solidFill>
              </a:rPr>
            </a:br>
            <a:r>
              <a:rPr lang="en-US" sz="4000">
                <a:solidFill>
                  <a:schemeClr val="accent1">
                    <a:tint val="83000"/>
                    <a:satMod val="150000"/>
                  </a:schemeClr>
                </a:solidFill>
              </a:rPr>
              <a:t> Primary Keys (continued)</a:t>
            </a:r>
          </a:p>
        </p:txBody>
      </p:sp>
      <p:sp>
        <p:nvSpPr>
          <p:cNvPr id="3072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mtClean="0"/>
              <a:t>Conversion to second normal form (2NF)</a:t>
            </a:r>
          </a:p>
          <a:p>
            <a:pPr lvl="1" eaLnBrk="1" hangingPunct="1"/>
            <a:r>
              <a:rPr lang="en-US" smtClean="0"/>
              <a:t>To convert a relation into 2NF, decompose the relation into new relations using the attributes, called determinates, that determine other attributes</a:t>
            </a:r>
          </a:p>
          <a:p>
            <a:pPr lvl="1" eaLnBrk="1" hangingPunct="1"/>
            <a:r>
              <a:rPr lang="en-US" smtClean="0"/>
              <a:t>The determinates become the primary key of the new relation</a:t>
            </a:r>
          </a:p>
        </p:txBody>
      </p:sp>
      <p:sp>
        <p:nvSpPr>
          <p:cNvPr id="3072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558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7697BB62-818E-469C-85FC-9E08907E3101}" type="slidenum">
              <a:rPr lang="en-US" sz="1600">
                <a:solidFill>
                  <a:schemeClr val="tx1"/>
                </a:solidFill>
                <a:cs typeface="+mn-cs"/>
              </a:rPr>
              <a:pPr algn="ctr" eaLnBrk="0" hangingPunct="0">
                <a:defRPr/>
              </a:pPr>
              <a:t>15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Functional Dependencies and</a:t>
            </a:r>
            <a:br>
              <a:rPr lang="en-US" sz="4000">
                <a:solidFill>
                  <a:schemeClr val="accent1">
                    <a:tint val="83000"/>
                    <a:satMod val="150000"/>
                  </a:schemeClr>
                </a:solidFill>
              </a:rPr>
            </a:br>
            <a:r>
              <a:rPr lang="en-US" sz="4000">
                <a:solidFill>
                  <a:schemeClr val="accent1">
                    <a:tint val="83000"/>
                    <a:satMod val="150000"/>
                  </a:schemeClr>
                </a:solidFill>
              </a:rPr>
              <a:t> Primary Keys (continued)</a:t>
            </a:r>
          </a:p>
        </p:txBody>
      </p:sp>
      <p:sp>
        <p:nvSpPr>
          <p:cNvPr id="3174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lnSpc>
                <a:spcPct val="90000"/>
              </a:lnSpc>
            </a:pPr>
            <a:r>
              <a:rPr lang="en-US" smtClean="0"/>
              <a:t>Third Normal Form (3NF)</a:t>
            </a:r>
          </a:p>
          <a:p>
            <a:pPr lvl="1" eaLnBrk="1" hangingPunct="1">
              <a:lnSpc>
                <a:spcPct val="90000"/>
              </a:lnSpc>
            </a:pPr>
            <a:r>
              <a:rPr lang="en-US" smtClean="0"/>
              <a:t>A relation is in third normal form (3NF) if it is in second normal form (2NF) and there are no functional (transitive) dependencies between two (or more) nonprimary key attributes</a:t>
            </a:r>
          </a:p>
          <a:p>
            <a:pPr lvl="1" eaLnBrk="1" hangingPunct="1">
              <a:lnSpc>
                <a:spcPct val="90000"/>
              </a:lnSpc>
            </a:pPr>
            <a:r>
              <a:rPr lang="en-US" smtClean="0"/>
              <a:t>To convert a relation into 2NF, decompose the relation into two relations using the two determinants</a:t>
            </a:r>
          </a:p>
          <a:p>
            <a:pPr eaLnBrk="1" hangingPunct="1">
              <a:lnSpc>
                <a:spcPct val="90000"/>
              </a:lnSpc>
              <a:buFont typeface="Wingdings" pitchFamily="2" charset="2"/>
              <a:buNone/>
            </a:pPr>
            <a:endParaRPr lang="en-US" smtClean="0"/>
          </a:p>
        </p:txBody>
      </p:sp>
      <p:sp>
        <p:nvSpPr>
          <p:cNvPr id="3174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931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70D152C6-C485-4B5C-B490-2EEE5711869F}" type="slidenum">
              <a:rPr lang="en-US" sz="1600">
                <a:solidFill>
                  <a:schemeClr val="tx1"/>
                </a:solidFill>
                <a:cs typeface="+mn-cs"/>
              </a:rPr>
              <a:pPr algn="ctr" eaLnBrk="0" hangingPunct="0">
                <a:defRPr/>
              </a:pPr>
              <a:t>16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2866"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C1C2E88D-2C20-4201-B579-988F435D6941}" type="slidenum">
              <a:rPr lang="en-US" sz="1600">
                <a:solidFill>
                  <a:schemeClr val="tx1"/>
                </a:solidFill>
                <a:cs typeface="+mn-cs"/>
              </a:rPr>
              <a:pPr algn="ctr" eaLnBrk="0" hangingPunct="0">
                <a:defRPr/>
              </a:pPr>
              <a:t>17</a:t>
            </a:fld>
            <a:endParaRPr lang="en-US" sz="1600">
              <a:solidFill>
                <a:schemeClr val="tx1"/>
              </a:solidFill>
              <a:cs typeface="+mn-cs"/>
            </a:endParaRPr>
          </a:p>
        </p:txBody>
      </p:sp>
      <p:pic>
        <p:nvPicPr>
          <p:cNvPr id="292869" name="Picture 5"/>
          <p:cNvPicPr>
            <a:picLocks noChangeAspect="1" noChangeArrowheads="1"/>
          </p:cNvPicPr>
          <p:nvPr/>
        </p:nvPicPr>
        <p:blipFill>
          <a:blip r:embed="rId2"/>
          <a:srcRect/>
          <a:stretch>
            <a:fillRect/>
          </a:stretch>
        </p:blipFill>
        <p:spPr bwMode="auto">
          <a:xfrm>
            <a:off x="184150" y="1447800"/>
            <a:ext cx="8807450" cy="4064000"/>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Functional Dependencies and</a:t>
            </a:r>
            <a:br>
              <a:rPr lang="en-US" sz="4000">
                <a:solidFill>
                  <a:schemeClr val="accent1">
                    <a:tint val="83000"/>
                    <a:satMod val="150000"/>
                  </a:schemeClr>
                </a:solidFill>
              </a:rPr>
            </a:br>
            <a:r>
              <a:rPr lang="en-US" sz="4000">
                <a:solidFill>
                  <a:schemeClr val="accent1">
                    <a:tint val="83000"/>
                    <a:satMod val="150000"/>
                  </a:schemeClr>
                </a:solidFill>
              </a:rPr>
              <a:t> Primary Keys (continued)</a:t>
            </a:r>
          </a:p>
        </p:txBody>
      </p:sp>
      <p:sp>
        <p:nvSpPr>
          <p:cNvPr id="3379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z="2800" smtClean="0"/>
              <a:t>Foreign Key</a:t>
            </a:r>
          </a:p>
          <a:p>
            <a:pPr lvl="1" eaLnBrk="1" hangingPunct="1"/>
            <a:r>
              <a:rPr lang="en-US" sz="2400" smtClean="0"/>
              <a:t>An attribute that appears as a nonprimary key attribute in one relation and as a primary key attribute (or part of a primary key) in another relation</a:t>
            </a:r>
          </a:p>
          <a:p>
            <a:pPr eaLnBrk="1" hangingPunct="1"/>
            <a:r>
              <a:rPr lang="en-US" sz="2800" smtClean="0"/>
              <a:t>Referential Integrity</a:t>
            </a:r>
          </a:p>
          <a:p>
            <a:pPr lvl="1" eaLnBrk="1" hangingPunct="1"/>
            <a:r>
              <a:rPr lang="en-US" sz="2400" smtClean="0"/>
              <a:t>An integrity constraint specifying that the value (or existence) of an attribute in one relation depends on the value (or existence) of the same attribute in another relation</a:t>
            </a:r>
          </a:p>
        </p:txBody>
      </p:sp>
      <p:sp>
        <p:nvSpPr>
          <p:cNvPr id="3379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7034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FD6A603C-1B53-4A25-B267-6B5B6FE17C4A}" type="slidenum">
              <a:rPr lang="en-US" sz="1600">
                <a:solidFill>
                  <a:schemeClr val="tx1"/>
                </a:solidFill>
                <a:cs typeface="+mn-cs"/>
              </a:rPr>
              <a:pPr algn="ctr" eaLnBrk="0" hangingPunct="0">
                <a:defRPr/>
              </a:pPr>
              <a:t>18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Transforming E-R Diagrams into Relations</a:t>
            </a:r>
          </a:p>
        </p:txBody>
      </p:sp>
      <p:sp>
        <p:nvSpPr>
          <p:cNvPr id="3481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eaLnBrk="1" hangingPunct="1">
              <a:lnSpc>
                <a:spcPct val="90000"/>
              </a:lnSpc>
            </a:pPr>
            <a:r>
              <a:rPr lang="en-US" smtClean="0"/>
              <a:t>It is useful to transform the conceptual data model into a set of normalized relations</a:t>
            </a:r>
          </a:p>
          <a:p>
            <a:pPr marL="609600" indent="-609600" eaLnBrk="1" hangingPunct="1">
              <a:lnSpc>
                <a:spcPct val="90000"/>
              </a:lnSpc>
            </a:pPr>
            <a:r>
              <a:rPr lang="en-US" smtClean="0"/>
              <a:t>Steps:</a:t>
            </a:r>
          </a:p>
          <a:p>
            <a:pPr marL="990600" lvl="1" indent="-533400" eaLnBrk="1" hangingPunct="1">
              <a:lnSpc>
                <a:spcPct val="90000"/>
              </a:lnSpc>
              <a:buSzTx/>
              <a:buFont typeface="Wingdings" pitchFamily="2" charset="2"/>
              <a:buAutoNum type="arabicPeriod"/>
            </a:pPr>
            <a:r>
              <a:rPr lang="en-US" smtClean="0"/>
              <a:t>Represent entities</a:t>
            </a:r>
          </a:p>
          <a:p>
            <a:pPr marL="990600" lvl="1" indent="-533400" eaLnBrk="1" hangingPunct="1">
              <a:lnSpc>
                <a:spcPct val="90000"/>
              </a:lnSpc>
              <a:buSzTx/>
              <a:buFont typeface="Wingdings" pitchFamily="2" charset="2"/>
              <a:buAutoNum type="arabicPeriod"/>
            </a:pPr>
            <a:r>
              <a:rPr lang="en-US" smtClean="0"/>
              <a:t>Represent relationships</a:t>
            </a:r>
          </a:p>
          <a:p>
            <a:pPr marL="990600" lvl="1" indent="-533400" eaLnBrk="1" hangingPunct="1">
              <a:lnSpc>
                <a:spcPct val="90000"/>
              </a:lnSpc>
              <a:buSzTx/>
              <a:buFont typeface="Wingdings" pitchFamily="2" charset="2"/>
              <a:buAutoNum type="arabicPeriod"/>
            </a:pPr>
            <a:r>
              <a:rPr lang="en-US" smtClean="0"/>
              <a:t>Normalize the relations</a:t>
            </a:r>
          </a:p>
          <a:p>
            <a:pPr marL="990600" lvl="1" indent="-533400" eaLnBrk="1" hangingPunct="1">
              <a:lnSpc>
                <a:spcPct val="90000"/>
              </a:lnSpc>
              <a:buSzTx/>
              <a:buFont typeface="Wingdings" pitchFamily="2" charset="2"/>
              <a:buAutoNum type="arabicPeriod"/>
            </a:pPr>
            <a:r>
              <a:rPr lang="en-US" smtClean="0"/>
              <a:t>Merge the relations</a:t>
            </a:r>
          </a:p>
          <a:p>
            <a:pPr marL="990600" lvl="1" indent="-533400" eaLnBrk="1" hangingPunct="1">
              <a:lnSpc>
                <a:spcPct val="90000"/>
              </a:lnSpc>
              <a:buFont typeface="Wingdings" pitchFamily="2" charset="2"/>
              <a:buNone/>
            </a:pPr>
            <a:endParaRPr lang="en-US" smtClean="0"/>
          </a:p>
        </p:txBody>
      </p:sp>
      <p:sp>
        <p:nvSpPr>
          <p:cNvPr id="3481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661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152E55B7-981A-4536-85B9-CFA680A986AD}" type="slidenum">
              <a:rPr lang="en-US" sz="1600">
                <a:solidFill>
                  <a:schemeClr val="tx1"/>
                </a:solidFill>
                <a:cs typeface="+mn-cs"/>
              </a:rPr>
              <a:pPr algn="ctr" eaLnBrk="0" hangingPunct="0">
                <a:defRPr/>
              </a:pPr>
              <a:t>19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Transforming E-R Diagrams into Relations (continued)</a:t>
            </a:r>
          </a:p>
        </p:txBody>
      </p:sp>
      <p:sp>
        <p:nvSpPr>
          <p:cNvPr id="3584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eaLnBrk="1" hangingPunct="1">
              <a:buFont typeface="Wingdings" pitchFamily="2" charset="2"/>
              <a:buAutoNum type="arabicPeriod"/>
            </a:pPr>
            <a:r>
              <a:rPr lang="en-US" sz="2800" smtClean="0"/>
              <a:t>Represent Entities</a:t>
            </a:r>
          </a:p>
          <a:p>
            <a:pPr marL="990600" lvl="1" indent="-533400" eaLnBrk="1" hangingPunct="1"/>
            <a:r>
              <a:rPr lang="en-US" sz="2400" smtClean="0"/>
              <a:t>Each regular entity is transformed into a relation</a:t>
            </a:r>
          </a:p>
          <a:p>
            <a:pPr marL="990600" lvl="1" indent="-533400" eaLnBrk="1" hangingPunct="1"/>
            <a:r>
              <a:rPr lang="en-US" sz="2400" smtClean="0"/>
              <a:t>The identifier of the entity type becomes the primary key of the corresponding relation</a:t>
            </a:r>
          </a:p>
          <a:p>
            <a:pPr marL="990600" lvl="1" indent="-533400" eaLnBrk="1" hangingPunct="1"/>
            <a:r>
              <a:rPr lang="en-US" sz="2400" smtClean="0"/>
              <a:t>The primary key must satisfy the following two conditions</a:t>
            </a:r>
          </a:p>
          <a:p>
            <a:pPr marL="1371600" lvl="2" indent="-457200" eaLnBrk="1" hangingPunct="1">
              <a:buFont typeface="Wingdings" pitchFamily="2" charset="2"/>
              <a:buAutoNum type="alphaLcPeriod"/>
            </a:pPr>
            <a:r>
              <a:rPr lang="en-US" sz="2000" smtClean="0"/>
              <a:t>The value of the key must uniquely identify every row in the relation</a:t>
            </a:r>
          </a:p>
          <a:p>
            <a:pPr marL="1371600" lvl="2" indent="-457200" eaLnBrk="1" hangingPunct="1">
              <a:buFont typeface="Wingdings" pitchFamily="2" charset="2"/>
              <a:buAutoNum type="alphaLcPeriod"/>
            </a:pPr>
            <a:r>
              <a:rPr lang="en-US" sz="2000" smtClean="0"/>
              <a:t>The key should be non-redundant</a:t>
            </a:r>
          </a:p>
          <a:p>
            <a:pPr marL="990600" lvl="1" indent="-533400" eaLnBrk="1" hangingPunct="1">
              <a:buSzTx/>
              <a:buFont typeface="Wingdings" pitchFamily="2" charset="2"/>
              <a:buAutoNum type="arabicPeriod"/>
            </a:pPr>
            <a:endParaRPr lang="en-US" sz="2400" smtClean="0"/>
          </a:p>
          <a:p>
            <a:pPr marL="990600" lvl="1" indent="-533400" eaLnBrk="1" hangingPunct="1">
              <a:buFont typeface="Wingdings" pitchFamily="2" charset="2"/>
              <a:buNone/>
            </a:pPr>
            <a:endParaRPr lang="en-US" sz="2400" smtClean="0"/>
          </a:p>
        </p:txBody>
      </p:sp>
      <p:sp>
        <p:nvSpPr>
          <p:cNvPr id="3584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7136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8B55D6DD-C0A3-4311-968D-C871D3BE5D41}" type="slidenum">
              <a:rPr lang="en-US" sz="1600">
                <a:solidFill>
                  <a:schemeClr val="tx1"/>
                </a:solidFill>
                <a:cs typeface="+mn-cs"/>
              </a:rPr>
              <a:pPr algn="ctr" eaLnBrk="0" hangingPunct="0">
                <a:defRPr/>
              </a:pPr>
              <a:t>20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3890"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D9E9DA5C-6881-4126-92C9-F46DC563AEA0}" type="slidenum">
              <a:rPr lang="en-US" sz="1600">
                <a:solidFill>
                  <a:schemeClr val="tx1"/>
                </a:solidFill>
                <a:cs typeface="+mn-cs"/>
              </a:rPr>
              <a:pPr algn="ctr" eaLnBrk="0" hangingPunct="0">
                <a:defRPr/>
              </a:pPr>
              <a:t>21</a:t>
            </a:fld>
            <a:endParaRPr lang="en-US" sz="1600">
              <a:solidFill>
                <a:schemeClr val="tx1"/>
              </a:solidFill>
              <a:cs typeface="+mn-cs"/>
            </a:endParaRPr>
          </a:p>
        </p:txBody>
      </p:sp>
      <p:pic>
        <p:nvPicPr>
          <p:cNvPr id="293894" name="Picture 6"/>
          <p:cNvPicPr>
            <a:picLocks noChangeAspect="1" noChangeArrowheads="1"/>
          </p:cNvPicPr>
          <p:nvPr/>
        </p:nvPicPr>
        <p:blipFill>
          <a:blip r:embed="rId2"/>
          <a:srcRect/>
          <a:stretch>
            <a:fillRect/>
          </a:stretch>
        </p:blipFill>
        <p:spPr bwMode="auto">
          <a:xfrm>
            <a:off x="228600" y="1981200"/>
            <a:ext cx="8686800" cy="289560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a:xfrm>
            <a:off x="609600" y="304800"/>
            <a:ext cx="7772400" cy="10668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Transforming E-R Diagrams into Relations (continued)</a:t>
            </a:r>
          </a:p>
        </p:txBody>
      </p:sp>
      <p:sp>
        <p:nvSpPr>
          <p:cNvPr id="3789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eaLnBrk="1" hangingPunct="1">
              <a:buFont typeface="Wingdings" pitchFamily="2" charset="2"/>
              <a:buAutoNum type="arabicPeriod" startAt="2"/>
            </a:pPr>
            <a:r>
              <a:rPr lang="en-US" smtClean="0"/>
              <a:t>Represent Relationships</a:t>
            </a:r>
          </a:p>
          <a:p>
            <a:pPr marL="990600" lvl="1" indent="-533400" eaLnBrk="1" hangingPunct="1"/>
            <a:r>
              <a:rPr lang="en-US" smtClean="0"/>
              <a:t>Binary 1:N Relationships</a:t>
            </a:r>
          </a:p>
          <a:p>
            <a:pPr marL="1371600" lvl="2" indent="-457200" eaLnBrk="1" hangingPunct="1"/>
            <a:r>
              <a:rPr lang="en-US" smtClean="0"/>
              <a:t>Add the primary key attribute (or attributes) of the entity on the one side of the relationship as a foreign key in the relation that is on the right side</a:t>
            </a:r>
          </a:p>
          <a:p>
            <a:pPr marL="1371600" lvl="2" indent="-457200" eaLnBrk="1" hangingPunct="1"/>
            <a:r>
              <a:rPr lang="en-US" smtClean="0"/>
              <a:t>The one side </a:t>
            </a:r>
            <a:r>
              <a:rPr lang="en-US" i="1" smtClean="0"/>
              <a:t>migrates</a:t>
            </a:r>
            <a:r>
              <a:rPr lang="en-US" smtClean="0"/>
              <a:t> to the many side</a:t>
            </a:r>
          </a:p>
          <a:p>
            <a:pPr marL="990600" lvl="1" indent="-533400" eaLnBrk="1" hangingPunct="1">
              <a:buSzTx/>
              <a:buFont typeface="Wingdings" pitchFamily="2" charset="2"/>
              <a:buNone/>
            </a:pPr>
            <a:endParaRPr lang="en-US" smtClean="0"/>
          </a:p>
          <a:p>
            <a:pPr marL="990600" lvl="1" indent="-533400" eaLnBrk="1" hangingPunct="1">
              <a:buFont typeface="Wingdings" pitchFamily="2" charset="2"/>
              <a:buNone/>
            </a:pPr>
            <a:endParaRPr lang="en-US" smtClean="0"/>
          </a:p>
        </p:txBody>
      </p:sp>
      <p:sp>
        <p:nvSpPr>
          <p:cNvPr id="3789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7238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DF192EBA-C9E8-4227-96BB-EFA4468830DE}" type="slidenum">
              <a:rPr lang="en-US" sz="1600">
                <a:solidFill>
                  <a:schemeClr val="tx1"/>
                </a:solidFill>
                <a:cs typeface="+mn-cs"/>
              </a:rPr>
              <a:pPr algn="ctr" eaLnBrk="0" hangingPunct="0">
                <a:defRPr/>
              </a:pPr>
              <a:t>22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5938"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70E860D0-3C9B-4B1C-8171-4BCB35551583}" type="slidenum">
              <a:rPr lang="en-US" sz="1600">
                <a:solidFill>
                  <a:schemeClr val="tx1"/>
                </a:solidFill>
                <a:cs typeface="+mn-cs"/>
              </a:rPr>
              <a:pPr algn="ctr" eaLnBrk="0" hangingPunct="0">
                <a:defRPr/>
              </a:pPr>
              <a:t>23</a:t>
            </a:fld>
            <a:endParaRPr lang="en-US" sz="1600">
              <a:solidFill>
                <a:schemeClr val="tx1"/>
              </a:solidFill>
              <a:cs typeface="+mn-cs"/>
            </a:endParaRPr>
          </a:p>
        </p:txBody>
      </p:sp>
      <p:pic>
        <p:nvPicPr>
          <p:cNvPr id="2" name="Picture 1"/>
          <p:cNvPicPr>
            <a:picLocks noChangeAspect="1"/>
          </p:cNvPicPr>
          <p:nvPr/>
        </p:nvPicPr>
        <p:blipFill>
          <a:blip r:embed="rId2"/>
          <a:stretch>
            <a:fillRect/>
          </a:stretch>
        </p:blipFill>
        <p:spPr>
          <a:xfrm>
            <a:off x="533400" y="1447800"/>
            <a:ext cx="7881938" cy="3681249"/>
          </a:xfrm>
          <a:prstGeom prst="rect">
            <a:avLst/>
          </a:prstGeom>
        </p:spPr>
      </p:pic>
    </p:spTree>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Transforming E-R Diagrams into Relations (continued)</a:t>
            </a:r>
          </a:p>
        </p:txBody>
      </p:sp>
      <p:sp>
        <p:nvSpPr>
          <p:cNvPr id="3993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eaLnBrk="1" hangingPunct="1">
              <a:lnSpc>
                <a:spcPct val="90000"/>
              </a:lnSpc>
              <a:buFont typeface="Wingdings" pitchFamily="2" charset="2"/>
              <a:buAutoNum type="arabicPeriod" startAt="2"/>
            </a:pPr>
            <a:r>
              <a:rPr lang="en-US" smtClean="0"/>
              <a:t>Represent Relationships (continued)</a:t>
            </a:r>
          </a:p>
          <a:p>
            <a:pPr marL="990600" lvl="1" indent="-533400" eaLnBrk="1" hangingPunct="1">
              <a:lnSpc>
                <a:spcPct val="90000"/>
              </a:lnSpc>
            </a:pPr>
            <a:r>
              <a:rPr lang="en-US" smtClean="0"/>
              <a:t>Binary or Unary 1:1</a:t>
            </a:r>
          </a:p>
          <a:p>
            <a:pPr marL="1371600" lvl="2" indent="-457200" eaLnBrk="1" hangingPunct="1">
              <a:lnSpc>
                <a:spcPct val="90000"/>
              </a:lnSpc>
            </a:pPr>
            <a:r>
              <a:rPr lang="en-US" smtClean="0"/>
              <a:t>Three possible options:</a:t>
            </a:r>
          </a:p>
          <a:p>
            <a:pPr marL="1752600" lvl="3" indent="-381000" eaLnBrk="1" hangingPunct="1">
              <a:lnSpc>
                <a:spcPct val="90000"/>
              </a:lnSpc>
              <a:buFont typeface="Wingdings" pitchFamily="2" charset="2"/>
              <a:buAutoNum type="alphaLcPeriod"/>
            </a:pPr>
            <a:r>
              <a:rPr lang="en-US" smtClean="0"/>
              <a:t> Add the primary key of A as a foreign key of B</a:t>
            </a:r>
          </a:p>
          <a:p>
            <a:pPr marL="1752600" lvl="3" indent="-381000" eaLnBrk="1" hangingPunct="1">
              <a:lnSpc>
                <a:spcPct val="90000"/>
              </a:lnSpc>
              <a:buFont typeface="Wingdings" pitchFamily="2" charset="2"/>
              <a:buAutoNum type="alphaLcPeriod"/>
            </a:pPr>
            <a:r>
              <a:rPr lang="en-US" smtClean="0"/>
              <a:t> Add the primary key of B as a foreign key of A</a:t>
            </a:r>
          </a:p>
          <a:p>
            <a:pPr marL="1752600" lvl="3" indent="-381000" eaLnBrk="1" hangingPunct="1">
              <a:lnSpc>
                <a:spcPct val="90000"/>
              </a:lnSpc>
              <a:buFont typeface="Wingdings" pitchFamily="2" charset="2"/>
              <a:buAutoNum type="alphaLcPeriod"/>
            </a:pPr>
            <a:r>
              <a:rPr lang="en-US" smtClean="0"/>
              <a:t> Both</a:t>
            </a:r>
          </a:p>
          <a:p>
            <a:pPr marL="990600" lvl="1" indent="-533400" eaLnBrk="1" hangingPunct="1">
              <a:lnSpc>
                <a:spcPct val="90000"/>
              </a:lnSpc>
            </a:pPr>
            <a:r>
              <a:rPr lang="en-US" smtClean="0"/>
              <a:t>Binary and higher </a:t>
            </a:r>
            <a:r>
              <a:rPr lang="en-US" i="1" smtClean="0"/>
              <a:t>M:N</a:t>
            </a:r>
            <a:r>
              <a:rPr lang="en-US" smtClean="0"/>
              <a:t> relationships</a:t>
            </a:r>
          </a:p>
          <a:p>
            <a:pPr marL="1371600" lvl="2" indent="-457200" eaLnBrk="1" hangingPunct="1">
              <a:lnSpc>
                <a:spcPct val="90000"/>
              </a:lnSpc>
            </a:pPr>
            <a:r>
              <a:rPr lang="en-US" smtClean="0"/>
              <a:t>Create another relation and include primary keys of all relations as primary key of new relation</a:t>
            </a:r>
          </a:p>
        </p:txBody>
      </p:sp>
      <p:sp>
        <p:nvSpPr>
          <p:cNvPr id="3993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491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BC7667BB-0474-4BEB-8D8D-EA24121E4DD4}" type="slidenum">
              <a:rPr lang="en-US" sz="1600">
                <a:solidFill>
                  <a:schemeClr val="tx1"/>
                </a:solidFill>
                <a:cs typeface="+mn-cs"/>
              </a:rPr>
              <a:pPr algn="ctr" eaLnBrk="0" hangingPunct="0">
                <a:defRPr/>
              </a:pPr>
              <a:t>24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798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8AFA83F6-C231-4577-8476-C317E15F32D0}" type="slidenum">
              <a:rPr lang="en-US" sz="1600">
                <a:solidFill>
                  <a:schemeClr val="tx1"/>
                </a:solidFill>
                <a:cs typeface="+mn-cs"/>
              </a:rPr>
              <a:pPr algn="ctr" eaLnBrk="0" hangingPunct="0">
                <a:defRPr/>
              </a:pPr>
              <a:t>25</a:t>
            </a:fld>
            <a:endParaRPr lang="en-US" sz="1600">
              <a:solidFill>
                <a:schemeClr val="tx1"/>
              </a:solidFill>
              <a:cs typeface="+mn-cs"/>
            </a:endParaRPr>
          </a:p>
        </p:txBody>
      </p:sp>
      <p:pic>
        <p:nvPicPr>
          <p:cNvPr id="297990" name="Picture 6"/>
          <p:cNvPicPr>
            <a:picLocks noChangeAspect="1" noChangeArrowheads="1"/>
          </p:cNvPicPr>
          <p:nvPr/>
        </p:nvPicPr>
        <p:blipFill>
          <a:blip r:embed="rId2"/>
          <a:srcRect/>
          <a:stretch>
            <a:fillRect/>
          </a:stretch>
        </p:blipFill>
        <p:spPr bwMode="auto">
          <a:xfrm>
            <a:off x="469900" y="1095375"/>
            <a:ext cx="8204200" cy="466725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Transforming E-R Diagrams into Relations (continued)</a:t>
            </a:r>
          </a:p>
        </p:txBody>
      </p:sp>
      <p:sp>
        <p:nvSpPr>
          <p:cNvPr id="4198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lvl="1" eaLnBrk="1" hangingPunct="1"/>
            <a:r>
              <a:rPr lang="en-US" sz="2400" smtClean="0"/>
              <a:t>Unary </a:t>
            </a:r>
            <a:r>
              <a:rPr lang="en-US" sz="2400" i="1" smtClean="0"/>
              <a:t>1:N</a:t>
            </a:r>
            <a:r>
              <a:rPr lang="en-US" sz="2400" smtClean="0"/>
              <a:t> Relationships</a:t>
            </a:r>
          </a:p>
          <a:p>
            <a:pPr lvl="2" eaLnBrk="1" hangingPunct="1"/>
            <a:r>
              <a:rPr lang="en-US" sz="2000" smtClean="0"/>
              <a:t>Relationship between instances of a single entity type</a:t>
            </a:r>
          </a:p>
          <a:p>
            <a:pPr lvl="2" eaLnBrk="1" hangingPunct="1"/>
            <a:r>
              <a:rPr lang="en-US" sz="2000" smtClean="0"/>
              <a:t>Utilize a recursive foreign key</a:t>
            </a:r>
          </a:p>
          <a:p>
            <a:pPr lvl="3" eaLnBrk="1" hangingPunct="1"/>
            <a:r>
              <a:rPr lang="en-US" sz="1800" smtClean="0"/>
              <a:t>A foreign key in a relation that references the primary key values of that same relation</a:t>
            </a:r>
          </a:p>
          <a:p>
            <a:pPr lvl="1" eaLnBrk="1" hangingPunct="1"/>
            <a:r>
              <a:rPr lang="en-US" sz="2400" smtClean="0"/>
              <a:t>Unary </a:t>
            </a:r>
            <a:r>
              <a:rPr lang="en-US" sz="2400" i="1" smtClean="0"/>
              <a:t>M:N</a:t>
            </a:r>
            <a:r>
              <a:rPr lang="en-US" sz="2400" smtClean="0"/>
              <a:t> Relationships</a:t>
            </a:r>
          </a:p>
          <a:p>
            <a:pPr lvl="2" eaLnBrk="1" hangingPunct="1"/>
            <a:r>
              <a:rPr lang="en-US" sz="2000" smtClean="0"/>
              <a:t>Create a separate relation</a:t>
            </a:r>
          </a:p>
          <a:p>
            <a:pPr lvl="2" eaLnBrk="1" hangingPunct="1"/>
            <a:r>
              <a:rPr lang="en-US" sz="2000" smtClean="0"/>
              <a:t>Primary key of new relation is a composite of two attributes that both take their values from the same primary key</a:t>
            </a:r>
          </a:p>
          <a:p>
            <a:pPr eaLnBrk="1" hangingPunct="1"/>
            <a:endParaRPr lang="en-US" sz="2800" smtClean="0"/>
          </a:p>
        </p:txBody>
      </p:sp>
      <p:sp>
        <p:nvSpPr>
          <p:cNvPr id="4198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9696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A59623CA-59E0-474C-8882-EEF39C7A0216}" type="slidenum">
              <a:rPr lang="en-US" sz="1600">
                <a:solidFill>
                  <a:schemeClr val="tx1"/>
                </a:solidFill>
                <a:cs typeface="+mn-cs"/>
              </a:rPr>
              <a:pPr algn="ctr" eaLnBrk="0" hangingPunct="0">
                <a:defRPr/>
              </a:pPr>
              <a:t>26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003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7A2F8986-ACA0-46E8-9AC5-80453A18D3C5}" type="slidenum">
              <a:rPr lang="en-US" sz="1600">
                <a:solidFill>
                  <a:schemeClr val="tx1"/>
                </a:solidFill>
                <a:cs typeface="+mn-cs"/>
              </a:rPr>
              <a:pPr algn="ctr" eaLnBrk="0" hangingPunct="0">
                <a:defRPr/>
              </a:pPr>
              <a:t>27</a:t>
            </a:fld>
            <a:endParaRPr lang="en-US" sz="1600">
              <a:solidFill>
                <a:schemeClr val="tx1"/>
              </a:solidFill>
              <a:cs typeface="+mn-cs"/>
            </a:endParaRPr>
          </a:p>
        </p:txBody>
      </p:sp>
      <p:pic>
        <p:nvPicPr>
          <p:cNvPr id="300038" name="Picture 6"/>
          <p:cNvPicPr>
            <a:picLocks noChangeAspect="1" noChangeArrowheads="1"/>
          </p:cNvPicPr>
          <p:nvPr/>
        </p:nvPicPr>
        <p:blipFill>
          <a:blip r:embed="rId2"/>
          <a:srcRect/>
          <a:stretch>
            <a:fillRect/>
          </a:stretch>
        </p:blipFill>
        <p:spPr bwMode="auto">
          <a:xfrm>
            <a:off x="942975" y="2092325"/>
            <a:ext cx="7258050" cy="267335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1058"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2F187787-0A5B-4449-8E4A-4314410E9899}" type="slidenum">
              <a:rPr lang="en-US" sz="1600">
                <a:solidFill>
                  <a:schemeClr val="tx1"/>
                </a:solidFill>
                <a:cs typeface="+mn-cs"/>
              </a:rPr>
              <a:pPr algn="ctr" eaLnBrk="0" hangingPunct="0">
                <a:defRPr/>
              </a:pPr>
              <a:t>28</a:t>
            </a:fld>
            <a:endParaRPr lang="en-US" sz="1600">
              <a:solidFill>
                <a:schemeClr val="tx1"/>
              </a:solidFill>
              <a:cs typeface="+mn-cs"/>
            </a:endParaRPr>
          </a:p>
        </p:txBody>
      </p:sp>
      <p:pic>
        <p:nvPicPr>
          <p:cNvPr id="44035" name="Picture 3" descr="TBL09_01"/>
          <p:cNvPicPr>
            <a:picLocks noChangeAspect="1" noChangeArrowheads="1"/>
          </p:cNvPicPr>
          <p:nvPr/>
        </p:nvPicPr>
        <p:blipFill>
          <a:blip r:embed="rId2"/>
          <a:srcRect/>
          <a:stretch>
            <a:fillRect/>
          </a:stretch>
        </p:blipFill>
        <p:spPr bwMode="auto">
          <a:xfrm>
            <a:off x="1762125" y="571500"/>
            <a:ext cx="5619750" cy="5715000"/>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a:xfrm>
            <a:off x="609600" y="304800"/>
            <a:ext cx="7772400" cy="914400"/>
          </a:xfrm>
        </p:spPr>
        <p:txBody>
          <a:bodyPr>
            <a:normAutofit fontScale="90000"/>
          </a:bodyPr>
          <a:lstStyle/>
          <a:p>
            <a:pPr marL="484632" eaLnBrk="1" fontAlgn="auto" hangingPunct="1">
              <a:spcAft>
                <a:spcPts val="0"/>
              </a:spcAft>
              <a:defRPr/>
            </a:pPr>
            <a:r>
              <a:rPr lang="en-US" sz="4000">
                <a:solidFill>
                  <a:schemeClr val="accent1">
                    <a:tint val="83000"/>
                    <a:satMod val="150000"/>
                  </a:schemeClr>
                </a:solidFill>
              </a:rPr>
              <a:t>Transforming E-R Diagrams into Relations (continued)</a:t>
            </a:r>
          </a:p>
        </p:txBody>
      </p:sp>
      <p:sp>
        <p:nvSpPr>
          <p:cNvPr id="276483" name="Rectangle 3" descr="Rectangle: Click to edit Master text styles&#10;Second level&#10;Third level&#10;Fourth level&#10;Fifth level"/>
          <p:cNvSpPr>
            <a:spLocks noGrp="1" noChangeArrowheads="1"/>
          </p:cNvSpPr>
          <p:nvPr>
            <p:ph idx="1"/>
          </p:nvPr>
        </p:nvSpPr>
        <p:spPr>
          <a:xfrm>
            <a:off x="838200" y="1524000"/>
            <a:ext cx="7772400" cy="4267200"/>
          </a:xfrm>
        </p:spPr>
        <p:txBody>
          <a:bodyPr>
            <a:normAutofit lnSpcReduction="10000"/>
          </a:bodyPr>
          <a:lstStyle/>
          <a:p>
            <a:pPr marL="609600" indent="-609600" eaLnBrk="1" fontAlgn="auto" hangingPunct="1">
              <a:lnSpc>
                <a:spcPct val="90000"/>
              </a:lnSpc>
              <a:spcAft>
                <a:spcPts val="0"/>
              </a:spcAft>
              <a:buFont typeface="Wingdings" pitchFamily="2" charset="2"/>
              <a:buAutoNum type="arabicPeriod" startAt="3"/>
              <a:defRPr/>
            </a:pPr>
            <a:r>
              <a:rPr lang="en-US" sz="2800" dirty="0"/>
              <a:t>Merging Relations (View Integration)</a:t>
            </a:r>
          </a:p>
          <a:p>
            <a:pPr marL="990600" lvl="1" indent="-533400" eaLnBrk="1" fontAlgn="auto" hangingPunct="1">
              <a:lnSpc>
                <a:spcPct val="80000"/>
              </a:lnSpc>
              <a:spcAft>
                <a:spcPts val="0"/>
              </a:spcAft>
              <a:buFont typeface="Lucida Grande"/>
              <a:buChar char="›"/>
              <a:defRPr/>
            </a:pPr>
            <a:r>
              <a:rPr lang="en-US" sz="2400" dirty="0"/>
              <a:t>Purpose is to remove redundant relations</a:t>
            </a:r>
          </a:p>
          <a:p>
            <a:pPr marL="990600" lvl="1" indent="-533400" eaLnBrk="1" fontAlgn="auto" hangingPunct="1">
              <a:lnSpc>
                <a:spcPct val="80000"/>
              </a:lnSpc>
              <a:spcAft>
                <a:spcPts val="0"/>
              </a:spcAft>
              <a:buFont typeface="Lucida Grande"/>
              <a:buChar char="›"/>
              <a:defRPr/>
            </a:pPr>
            <a:r>
              <a:rPr lang="en-US" sz="2400" dirty="0"/>
              <a:t>View Integration Problems</a:t>
            </a:r>
          </a:p>
          <a:p>
            <a:pPr marL="1371600" lvl="2" indent="-457200" eaLnBrk="1" fontAlgn="auto" hangingPunct="1">
              <a:lnSpc>
                <a:spcPct val="80000"/>
              </a:lnSpc>
              <a:spcAft>
                <a:spcPts val="0"/>
              </a:spcAft>
              <a:buFont typeface="Arial"/>
              <a:buChar char="•"/>
              <a:defRPr/>
            </a:pPr>
            <a:r>
              <a:rPr lang="en-US" sz="2000" dirty="0"/>
              <a:t>Synonyms</a:t>
            </a:r>
          </a:p>
          <a:p>
            <a:pPr marL="1752600" lvl="3" indent="-381000" eaLnBrk="1" fontAlgn="auto" hangingPunct="1">
              <a:lnSpc>
                <a:spcPct val="80000"/>
              </a:lnSpc>
              <a:spcAft>
                <a:spcPts val="0"/>
              </a:spcAft>
              <a:buFont typeface="Wingdings" pitchFamily="2" charset="2"/>
              <a:buChar char="§"/>
              <a:defRPr/>
            </a:pPr>
            <a:r>
              <a:rPr lang="en-US" sz="1800" dirty="0"/>
              <a:t>Two different names used for the same attribute</a:t>
            </a:r>
          </a:p>
          <a:p>
            <a:pPr marL="1752600" lvl="3" indent="-381000" eaLnBrk="1" fontAlgn="auto" hangingPunct="1">
              <a:lnSpc>
                <a:spcPct val="80000"/>
              </a:lnSpc>
              <a:spcAft>
                <a:spcPts val="0"/>
              </a:spcAft>
              <a:buFont typeface="Wingdings" pitchFamily="2" charset="2"/>
              <a:buChar char="§"/>
              <a:defRPr/>
            </a:pPr>
            <a:r>
              <a:rPr lang="en-US" sz="1800" dirty="0"/>
              <a:t>When merging, get agreement from users on a single, standard name</a:t>
            </a:r>
          </a:p>
          <a:p>
            <a:pPr marL="1371600" lvl="2" indent="-457200" eaLnBrk="1" fontAlgn="auto" hangingPunct="1">
              <a:lnSpc>
                <a:spcPct val="80000"/>
              </a:lnSpc>
              <a:spcAft>
                <a:spcPts val="0"/>
              </a:spcAft>
              <a:buFont typeface="Arial"/>
              <a:buChar char="•"/>
              <a:defRPr/>
            </a:pPr>
            <a:r>
              <a:rPr lang="en-US" sz="2000" dirty="0"/>
              <a:t>Homonyms</a:t>
            </a:r>
          </a:p>
          <a:p>
            <a:pPr marL="1752600" lvl="3" indent="-381000" eaLnBrk="1" fontAlgn="auto" hangingPunct="1">
              <a:lnSpc>
                <a:spcPct val="80000"/>
              </a:lnSpc>
              <a:spcAft>
                <a:spcPts val="0"/>
              </a:spcAft>
              <a:buFont typeface="Wingdings" pitchFamily="2" charset="2"/>
              <a:buChar char="§"/>
              <a:defRPr/>
            </a:pPr>
            <a:r>
              <a:rPr lang="en-US" sz="1800" dirty="0"/>
              <a:t>A single attribute name that is used for two or more different attributes</a:t>
            </a:r>
          </a:p>
          <a:p>
            <a:pPr marL="1752600" lvl="3" indent="-381000" eaLnBrk="1" fontAlgn="auto" hangingPunct="1">
              <a:lnSpc>
                <a:spcPct val="80000"/>
              </a:lnSpc>
              <a:spcAft>
                <a:spcPts val="0"/>
              </a:spcAft>
              <a:buFont typeface="Wingdings" pitchFamily="2" charset="2"/>
              <a:buChar char="§"/>
              <a:defRPr/>
            </a:pPr>
            <a:r>
              <a:rPr lang="en-US" sz="1800" dirty="0"/>
              <a:t>Resolved by creating a new name</a:t>
            </a:r>
          </a:p>
          <a:p>
            <a:pPr marL="1371600" lvl="2" indent="-457200" eaLnBrk="1" fontAlgn="auto" hangingPunct="1">
              <a:lnSpc>
                <a:spcPct val="80000"/>
              </a:lnSpc>
              <a:spcAft>
                <a:spcPts val="0"/>
              </a:spcAft>
              <a:buFont typeface="Arial"/>
              <a:buChar char="•"/>
              <a:defRPr/>
            </a:pPr>
            <a:r>
              <a:rPr lang="en-US" sz="2000" dirty="0"/>
              <a:t>Dependencies between </a:t>
            </a:r>
            <a:r>
              <a:rPr lang="en-US" sz="2000" dirty="0" err="1"/>
              <a:t>nonkeys</a:t>
            </a:r>
            <a:endParaRPr lang="en-US" sz="2000" dirty="0"/>
          </a:p>
          <a:p>
            <a:pPr marL="1752600" lvl="3" indent="-381000" eaLnBrk="1" fontAlgn="auto" hangingPunct="1">
              <a:lnSpc>
                <a:spcPct val="80000"/>
              </a:lnSpc>
              <a:spcAft>
                <a:spcPts val="0"/>
              </a:spcAft>
              <a:buFont typeface="Wingdings" pitchFamily="2" charset="2"/>
              <a:buChar char="§"/>
              <a:defRPr/>
            </a:pPr>
            <a:r>
              <a:rPr lang="en-US" sz="1800" dirty="0"/>
              <a:t>Dependencies may be created as a result of view integration</a:t>
            </a:r>
          </a:p>
          <a:p>
            <a:pPr marL="1752600" lvl="3" indent="-381000" eaLnBrk="1" fontAlgn="auto" hangingPunct="1">
              <a:lnSpc>
                <a:spcPct val="80000"/>
              </a:lnSpc>
              <a:spcAft>
                <a:spcPts val="0"/>
              </a:spcAft>
              <a:buFont typeface="Wingdings" pitchFamily="2" charset="2"/>
              <a:buChar char="§"/>
              <a:defRPr/>
            </a:pPr>
            <a:r>
              <a:rPr lang="en-US" sz="1800" dirty="0"/>
              <a:t>In order to resolve, the new relation must be normalized</a:t>
            </a:r>
          </a:p>
        </p:txBody>
      </p:sp>
      <p:sp>
        <p:nvSpPr>
          <p:cNvPr id="450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7648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9CCFE987-BF89-40F1-9CDB-BFCAE0428F48}" type="slidenum">
              <a:rPr lang="en-US" sz="1600">
                <a:solidFill>
                  <a:schemeClr val="tx1"/>
                </a:solidFill>
                <a:cs typeface="+mn-cs"/>
              </a:rPr>
              <a:pPr algn="ctr" eaLnBrk="0" hangingPunct="0">
                <a:defRPr/>
              </a:pPr>
              <a:t>29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a:xfrm>
            <a:off x="609600" y="0"/>
            <a:ext cx="7772400" cy="1371600"/>
          </a:xfrm>
        </p:spPr>
        <p:txBody>
          <a:bodyPr/>
          <a:lstStyle/>
          <a:p>
            <a:pPr marL="484632" eaLnBrk="1" fontAlgn="auto" hangingPunct="1">
              <a:spcAft>
                <a:spcPts val="0"/>
              </a:spcAft>
              <a:defRPr/>
            </a:pPr>
            <a:r>
              <a:rPr lang="en-US" sz="4000">
                <a:solidFill>
                  <a:schemeClr val="accent1">
                    <a:tint val="83000"/>
                    <a:satMod val="150000"/>
                  </a:schemeClr>
                </a:solidFill>
              </a:rPr>
              <a:t>Physical File and Database Design</a:t>
            </a:r>
          </a:p>
        </p:txBody>
      </p:sp>
      <p:sp>
        <p:nvSpPr>
          <p:cNvPr id="240643"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normAutofit lnSpcReduction="10000"/>
          </a:bodyPr>
          <a:lstStyle/>
          <a:p>
            <a:pPr marL="533400" indent="-533400" eaLnBrk="1" fontAlgn="auto" hangingPunct="1">
              <a:spcAft>
                <a:spcPts val="0"/>
              </a:spcAft>
              <a:buFont typeface="Wingdings 2"/>
              <a:buChar char=""/>
              <a:defRPr/>
            </a:pPr>
            <a:r>
              <a:rPr lang="en-US" sz="2800" dirty="0"/>
              <a:t>The following information is required</a:t>
            </a:r>
          </a:p>
          <a:p>
            <a:pPr marL="914400" lvl="1" indent="-457200" eaLnBrk="1" fontAlgn="auto" hangingPunct="1">
              <a:spcAft>
                <a:spcPts val="0"/>
              </a:spcAft>
              <a:buFont typeface="Verdana"/>
              <a:buChar char="›"/>
              <a:defRPr/>
            </a:pPr>
            <a:r>
              <a:rPr lang="en-US" sz="2400" dirty="0"/>
              <a:t>Normalized relations, including volume estimates</a:t>
            </a:r>
          </a:p>
          <a:p>
            <a:pPr marL="914400" lvl="1" indent="-457200" eaLnBrk="1" fontAlgn="auto" hangingPunct="1">
              <a:spcAft>
                <a:spcPts val="0"/>
              </a:spcAft>
              <a:buFont typeface="Verdana"/>
              <a:buChar char="›"/>
              <a:defRPr/>
            </a:pPr>
            <a:r>
              <a:rPr lang="en-US" sz="2400" dirty="0"/>
              <a:t>Definitions of each attribute</a:t>
            </a:r>
          </a:p>
          <a:p>
            <a:pPr marL="914400" lvl="1" indent="-457200" eaLnBrk="1" fontAlgn="auto" hangingPunct="1">
              <a:spcAft>
                <a:spcPts val="0"/>
              </a:spcAft>
              <a:buFont typeface="Verdana"/>
              <a:buChar char="›"/>
              <a:defRPr/>
            </a:pPr>
            <a:r>
              <a:rPr lang="en-US" sz="2400" dirty="0"/>
              <a:t>Descriptions of where and when data are used, entered, retrieved, deleted, and updated (including frequencies)</a:t>
            </a:r>
          </a:p>
          <a:p>
            <a:pPr marL="914400" lvl="1" indent="-457200" eaLnBrk="1" fontAlgn="auto" hangingPunct="1">
              <a:spcAft>
                <a:spcPts val="0"/>
              </a:spcAft>
              <a:buFont typeface="Verdana"/>
              <a:buChar char="›"/>
              <a:defRPr/>
            </a:pPr>
            <a:r>
              <a:rPr lang="en-US" sz="2400" dirty="0"/>
              <a:t>Expectations or requirements for response time and data integrity</a:t>
            </a:r>
          </a:p>
          <a:p>
            <a:pPr marL="914400" lvl="1" indent="-457200" eaLnBrk="1" fontAlgn="auto" hangingPunct="1">
              <a:spcAft>
                <a:spcPts val="0"/>
              </a:spcAft>
              <a:buFont typeface="Verdana"/>
              <a:buChar char="›"/>
              <a:defRPr/>
            </a:pPr>
            <a:r>
              <a:rPr lang="en-US" sz="2400" dirty="0"/>
              <a:t>Descriptions of the technologies used for implementing the files and database</a:t>
            </a:r>
          </a:p>
          <a:p>
            <a:pPr marL="914400" lvl="1" indent="-457200" eaLnBrk="1" fontAlgn="auto" hangingPunct="1">
              <a:spcAft>
                <a:spcPts val="0"/>
              </a:spcAft>
              <a:buFont typeface="Wingdings" pitchFamily="2" charset="2"/>
              <a:buNone/>
              <a:defRPr/>
            </a:pPr>
            <a:endParaRPr lang="en-US" sz="2400" dirty="0"/>
          </a:p>
        </p:txBody>
      </p:sp>
      <p:sp>
        <p:nvSpPr>
          <p:cNvPr id="460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4064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FBB1CBB6-FACF-41DF-9CBE-3E1C4DE10949}" type="slidenum">
              <a:rPr lang="en-US" sz="1600">
                <a:solidFill>
                  <a:schemeClr val="tx1"/>
                </a:solidFill>
                <a:cs typeface="+mn-cs"/>
              </a:rPr>
              <a:pPr algn="ctr" eaLnBrk="0" hangingPunct="0">
                <a:defRPr/>
              </a:pPr>
              <a:t>30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609600" y="304800"/>
            <a:ext cx="7772400" cy="990600"/>
          </a:xfrm>
        </p:spPr>
        <p:txBody>
          <a:bodyPr/>
          <a:lstStyle/>
          <a:p>
            <a:pPr marL="484632" eaLnBrk="1" fontAlgn="auto" hangingPunct="1">
              <a:spcAft>
                <a:spcPts val="0"/>
              </a:spcAft>
              <a:defRPr/>
            </a:pPr>
            <a:r>
              <a:rPr lang="en-US" sz="4000">
                <a:solidFill>
                  <a:schemeClr val="accent1">
                    <a:tint val="83000"/>
                    <a:satMod val="150000"/>
                  </a:schemeClr>
                </a:solidFill>
              </a:rPr>
              <a:t>Designing Fields</a:t>
            </a:r>
          </a:p>
        </p:txBody>
      </p:sp>
      <p:sp>
        <p:nvSpPr>
          <p:cNvPr id="197635" name="Rectangle 3" descr="Rectangle: Click to edit Master text styles&#10;Second level&#10;Third level&#10;Fourth level&#10;Fifth level"/>
          <p:cNvSpPr>
            <a:spLocks noGrp="1" noChangeArrowheads="1"/>
          </p:cNvSpPr>
          <p:nvPr>
            <p:ph idx="1"/>
          </p:nvPr>
        </p:nvSpPr>
        <p:spPr>
          <a:xfrm>
            <a:off x="762000" y="1524000"/>
            <a:ext cx="7772400" cy="4343400"/>
          </a:xfrm>
        </p:spPr>
        <p:txBody>
          <a:bodyPr>
            <a:normAutofit fontScale="70000" lnSpcReduction="20000"/>
          </a:bodyPr>
          <a:lstStyle/>
          <a:p>
            <a:pPr marL="339725" indent="-282575" eaLnBrk="1" fontAlgn="auto" hangingPunct="1">
              <a:lnSpc>
                <a:spcPct val="90000"/>
              </a:lnSpc>
              <a:spcAft>
                <a:spcPts val="0"/>
              </a:spcAft>
              <a:buFont typeface="Wingdings 2"/>
              <a:buChar char=""/>
              <a:tabLst>
                <a:tab pos="174625" algn="l"/>
                <a:tab pos="339725" algn="l"/>
                <a:tab pos="398463" algn="l"/>
              </a:tabLst>
              <a:defRPr/>
            </a:pPr>
            <a:r>
              <a:rPr lang="en-US" sz="2800" dirty="0"/>
              <a:t>Field</a:t>
            </a:r>
          </a:p>
          <a:p>
            <a:pPr marL="739775" lvl="1" indent="-282575" eaLnBrk="1" fontAlgn="auto" hangingPunct="1">
              <a:lnSpc>
                <a:spcPct val="90000"/>
              </a:lnSpc>
              <a:spcAft>
                <a:spcPts val="0"/>
              </a:spcAft>
              <a:buFont typeface="Verdana"/>
              <a:buChar char="›"/>
              <a:tabLst>
                <a:tab pos="174625" algn="l"/>
                <a:tab pos="339725" algn="l"/>
                <a:tab pos="398463" algn="l"/>
              </a:tabLst>
              <a:defRPr/>
            </a:pPr>
            <a:r>
              <a:rPr lang="en-US" sz="2400" dirty="0"/>
              <a:t>The smallest unit of named application data recognized by system software</a:t>
            </a:r>
          </a:p>
          <a:p>
            <a:pPr marL="739775" lvl="1" indent="-282575" eaLnBrk="1" fontAlgn="auto" hangingPunct="1">
              <a:lnSpc>
                <a:spcPct val="90000"/>
              </a:lnSpc>
              <a:spcAft>
                <a:spcPts val="0"/>
              </a:spcAft>
              <a:buFont typeface="Verdana"/>
              <a:buChar char="›"/>
              <a:tabLst>
                <a:tab pos="174625" algn="l"/>
                <a:tab pos="339725" algn="l"/>
                <a:tab pos="398463" algn="l"/>
              </a:tabLst>
              <a:defRPr/>
            </a:pPr>
            <a:r>
              <a:rPr lang="en-US" sz="2400" dirty="0"/>
              <a:t>Each attribute from each relation will be represented as one or more fields</a:t>
            </a:r>
          </a:p>
          <a:p>
            <a:pPr marL="339725" indent="-282575" eaLnBrk="1" fontAlgn="auto" hangingPunct="1">
              <a:lnSpc>
                <a:spcPct val="90000"/>
              </a:lnSpc>
              <a:spcAft>
                <a:spcPts val="0"/>
              </a:spcAft>
              <a:buFont typeface="Wingdings 2"/>
              <a:buChar char=""/>
              <a:tabLst>
                <a:tab pos="174625" algn="l"/>
                <a:tab pos="339725" algn="l"/>
                <a:tab pos="398463" algn="l"/>
              </a:tabLst>
              <a:defRPr/>
            </a:pPr>
            <a:r>
              <a:rPr lang="en-US" sz="3027" dirty="0"/>
              <a:t>Choosing data types</a:t>
            </a:r>
          </a:p>
          <a:p>
            <a:pPr marL="739775" lvl="1" indent="-282575" eaLnBrk="1" fontAlgn="auto" hangingPunct="1">
              <a:lnSpc>
                <a:spcPct val="90000"/>
              </a:lnSpc>
              <a:spcAft>
                <a:spcPts val="0"/>
              </a:spcAft>
              <a:buFont typeface="Verdana"/>
              <a:buChar char="›"/>
              <a:tabLst>
                <a:tab pos="174625" algn="l"/>
                <a:tab pos="339725" algn="l"/>
                <a:tab pos="398463" algn="l"/>
              </a:tabLst>
              <a:defRPr/>
            </a:pPr>
            <a:r>
              <a:rPr lang="en-US" sz="2595" dirty="0"/>
              <a:t>Data Type</a:t>
            </a:r>
          </a:p>
          <a:p>
            <a:pPr marL="1147763" lvl="2" indent="-292100" eaLnBrk="1" fontAlgn="auto" hangingPunct="1">
              <a:lnSpc>
                <a:spcPct val="90000"/>
              </a:lnSpc>
              <a:spcAft>
                <a:spcPts val="0"/>
              </a:spcAft>
              <a:buClr>
                <a:schemeClr val="tx1"/>
              </a:buClr>
              <a:buSzPct val="60000"/>
              <a:buFont typeface="Wingdings" pitchFamily="2" charset="2"/>
              <a:buChar char="n"/>
              <a:tabLst>
                <a:tab pos="174625" algn="l"/>
                <a:tab pos="339725" algn="l"/>
                <a:tab pos="398463" algn="l"/>
              </a:tabLst>
              <a:defRPr/>
            </a:pPr>
            <a:r>
              <a:rPr lang="en-US" sz="2595" dirty="0"/>
              <a:t>A coding scheme recognized by system software for representing organizational data</a:t>
            </a:r>
          </a:p>
          <a:p>
            <a:pPr marL="739775" lvl="1" indent="-282575" eaLnBrk="1" fontAlgn="auto" hangingPunct="1">
              <a:lnSpc>
                <a:spcPct val="90000"/>
              </a:lnSpc>
              <a:spcAft>
                <a:spcPts val="0"/>
              </a:spcAft>
              <a:buFont typeface="Verdana"/>
              <a:buChar char="›"/>
              <a:tabLst>
                <a:tab pos="174625" algn="l"/>
                <a:tab pos="339725" algn="l"/>
                <a:tab pos="398463" algn="l"/>
              </a:tabLst>
              <a:defRPr/>
            </a:pPr>
            <a:r>
              <a:rPr lang="en-US" sz="2595" dirty="0"/>
              <a:t>Four objectives:</a:t>
            </a:r>
          </a:p>
          <a:p>
            <a:pPr marL="1147763" lvl="2" indent="-292100" eaLnBrk="1" fontAlgn="auto" hangingPunct="1">
              <a:lnSpc>
                <a:spcPct val="90000"/>
              </a:lnSpc>
              <a:spcAft>
                <a:spcPts val="0"/>
              </a:spcAft>
              <a:buClr>
                <a:schemeClr val="tx1"/>
              </a:buClr>
              <a:buSzPct val="60000"/>
              <a:buFont typeface="Wingdings" pitchFamily="2" charset="2"/>
              <a:buChar char="n"/>
              <a:tabLst>
                <a:tab pos="174625" algn="l"/>
                <a:tab pos="339725" algn="l"/>
                <a:tab pos="398463" algn="l"/>
              </a:tabLst>
              <a:defRPr/>
            </a:pPr>
            <a:r>
              <a:rPr lang="en-US" sz="2595" dirty="0"/>
              <a:t>Minimize storage space</a:t>
            </a:r>
          </a:p>
          <a:p>
            <a:pPr marL="1147763" lvl="2" indent="-292100" eaLnBrk="1" fontAlgn="auto" hangingPunct="1">
              <a:lnSpc>
                <a:spcPct val="90000"/>
              </a:lnSpc>
              <a:spcAft>
                <a:spcPts val="0"/>
              </a:spcAft>
              <a:buClr>
                <a:schemeClr val="tx1"/>
              </a:buClr>
              <a:buSzPct val="60000"/>
              <a:buFont typeface="Wingdings" pitchFamily="2" charset="2"/>
              <a:buChar char="n"/>
              <a:tabLst>
                <a:tab pos="174625" algn="l"/>
                <a:tab pos="339725" algn="l"/>
                <a:tab pos="398463" algn="l"/>
              </a:tabLst>
              <a:defRPr/>
            </a:pPr>
            <a:r>
              <a:rPr lang="en-US" sz="2595" dirty="0"/>
              <a:t>Represent all possible values for the field</a:t>
            </a:r>
          </a:p>
          <a:p>
            <a:pPr marL="1147763" lvl="2" indent="-292100" eaLnBrk="1" fontAlgn="auto" hangingPunct="1">
              <a:lnSpc>
                <a:spcPct val="90000"/>
              </a:lnSpc>
              <a:spcAft>
                <a:spcPts val="0"/>
              </a:spcAft>
              <a:buClr>
                <a:schemeClr val="tx1"/>
              </a:buClr>
              <a:buSzPct val="60000"/>
              <a:buFont typeface="Wingdings" pitchFamily="2" charset="2"/>
              <a:buChar char="n"/>
              <a:tabLst>
                <a:tab pos="174625" algn="l"/>
                <a:tab pos="339725" algn="l"/>
                <a:tab pos="398463" algn="l"/>
              </a:tabLst>
              <a:defRPr/>
            </a:pPr>
            <a:r>
              <a:rPr lang="en-US" sz="2595" dirty="0"/>
              <a:t>Improve data integrity for the field</a:t>
            </a:r>
          </a:p>
          <a:p>
            <a:pPr marL="1147763" lvl="2" indent="-292100" eaLnBrk="1" fontAlgn="auto" hangingPunct="1">
              <a:lnSpc>
                <a:spcPct val="90000"/>
              </a:lnSpc>
              <a:spcAft>
                <a:spcPts val="0"/>
              </a:spcAft>
              <a:buClr>
                <a:schemeClr val="tx1"/>
              </a:buClr>
              <a:buSzPct val="60000"/>
              <a:buFont typeface="Wingdings" pitchFamily="2" charset="2"/>
              <a:buChar char="n"/>
              <a:tabLst>
                <a:tab pos="174625" algn="l"/>
                <a:tab pos="339725" algn="l"/>
                <a:tab pos="398463" algn="l"/>
              </a:tabLst>
              <a:defRPr/>
            </a:pPr>
            <a:r>
              <a:rPr lang="en-US" sz="2595" dirty="0"/>
              <a:t>Support all data manipulations desired on the field</a:t>
            </a:r>
          </a:p>
          <a:p>
            <a:pPr marL="739775" lvl="1" indent="-282575" eaLnBrk="1" fontAlgn="auto" hangingPunct="1">
              <a:lnSpc>
                <a:spcPct val="90000"/>
              </a:lnSpc>
              <a:spcAft>
                <a:spcPts val="0"/>
              </a:spcAft>
              <a:buFont typeface="Verdana"/>
              <a:buChar char="›"/>
              <a:tabLst>
                <a:tab pos="174625" algn="l"/>
                <a:tab pos="339725" algn="l"/>
                <a:tab pos="398463" algn="l"/>
              </a:tabLst>
              <a:defRPr/>
            </a:pPr>
            <a:r>
              <a:rPr lang="en-US" sz="2595" dirty="0"/>
              <a:t>Calculated fields</a:t>
            </a:r>
          </a:p>
          <a:p>
            <a:pPr marL="1147763" lvl="2" indent="-292100" eaLnBrk="1" fontAlgn="auto" hangingPunct="1">
              <a:lnSpc>
                <a:spcPct val="90000"/>
              </a:lnSpc>
              <a:spcAft>
                <a:spcPts val="0"/>
              </a:spcAft>
              <a:buClr>
                <a:schemeClr val="tx1"/>
              </a:buClr>
              <a:buSzPct val="60000"/>
              <a:buFont typeface="Wingdings" pitchFamily="2" charset="2"/>
              <a:buChar char="n"/>
              <a:tabLst>
                <a:tab pos="174625" algn="l"/>
                <a:tab pos="339725" algn="l"/>
                <a:tab pos="398463" algn="l"/>
              </a:tabLst>
              <a:defRPr/>
            </a:pPr>
            <a:r>
              <a:rPr lang="en-US" sz="2595" dirty="0"/>
              <a:t>A field that can be derived from other database fields</a:t>
            </a:r>
          </a:p>
          <a:p>
            <a:pPr marL="339725" indent="-282575" eaLnBrk="1" fontAlgn="auto" hangingPunct="1">
              <a:lnSpc>
                <a:spcPct val="90000"/>
              </a:lnSpc>
              <a:spcAft>
                <a:spcPts val="0"/>
              </a:spcAft>
              <a:buFont typeface="Wingdings" pitchFamily="2" charset="2"/>
              <a:buNone/>
              <a:tabLst>
                <a:tab pos="174625" algn="l"/>
                <a:tab pos="339725" algn="l"/>
                <a:tab pos="398463" algn="l"/>
              </a:tabLst>
              <a:defRPr/>
            </a:pPr>
            <a:endParaRPr lang="en-US" sz="2400" dirty="0"/>
          </a:p>
          <a:p>
            <a:pPr marL="739775" lvl="1" indent="-282575" eaLnBrk="1" fontAlgn="auto" hangingPunct="1">
              <a:lnSpc>
                <a:spcPct val="90000"/>
              </a:lnSpc>
              <a:spcAft>
                <a:spcPts val="0"/>
              </a:spcAft>
              <a:buFont typeface="Verdana"/>
              <a:buChar char="›"/>
              <a:tabLst>
                <a:tab pos="174625" algn="l"/>
                <a:tab pos="339725" algn="l"/>
                <a:tab pos="398463" algn="l"/>
              </a:tabLst>
              <a:defRPr/>
            </a:pPr>
            <a:endParaRPr lang="en-US" sz="2000" dirty="0"/>
          </a:p>
        </p:txBody>
      </p:sp>
      <p:sp>
        <p:nvSpPr>
          <p:cNvPr id="471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19763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B8E7B0D6-A845-4E39-BEB7-CEAD97F33D82}" type="slidenum">
              <a:rPr lang="en-US" sz="1600">
                <a:solidFill>
                  <a:schemeClr val="tx1"/>
                </a:solidFill>
                <a:cs typeface="+mn-cs"/>
              </a:rPr>
              <a:pPr algn="ctr" eaLnBrk="0" hangingPunct="0">
                <a:defRPr/>
              </a:pPr>
              <a:t>31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a:xfrm>
            <a:off x="609600" y="304800"/>
            <a:ext cx="7772400" cy="990600"/>
          </a:xfrm>
        </p:spPr>
        <p:txBody>
          <a:bodyPr/>
          <a:lstStyle/>
          <a:p>
            <a:pPr marL="484632" eaLnBrk="1" fontAlgn="auto" hangingPunct="1">
              <a:spcAft>
                <a:spcPts val="0"/>
              </a:spcAft>
              <a:defRPr/>
            </a:pPr>
            <a:r>
              <a:rPr lang="en-US" sz="4000">
                <a:solidFill>
                  <a:schemeClr val="accent1">
                    <a:tint val="83000"/>
                    <a:satMod val="150000"/>
                  </a:schemeClr>
                </a:solidFill>
              </a:rPr>
              <a:t>Controlling Data Integrity</a:t>
            </a:r>
            <a:endParaRPr lang="en-US" sz="2800">
              <a:solidFill>
                <a:schemeClr val="accent1">
                  <a:tint val="83000"/>
                  <a:satMod val="150000"/>
                </a:schemeClr>
              </a:solidFill>
            </a:endParaRPr>
          </a:p>
        </p:txBody>
      </p:sp>
      <p:sp>
        <p:nvSpPr>
          <p:cNvPr id="200707"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normAutofit lnSpcReduction="10000"/>
          </a:bodyPr>
          <a:lstStyle/>
          <a:p>
            <a:pPr marL="448056" indent="-384048" eaLnBrk="1" fontAlgn="auto" hangingPunct="1">
              <a:lnSpc>
                <a:spcPct val="90000"/>
              </a:lnSpc>
              <a:spcAft>
                <a:spcPts val="0"/>
              </a:spcAft>
              <a:buFont typeface="Wingdings 2"/>
              <a:buChar char=""/>
              <a:defRPr/>
            </a:pPr>
            <a:r>
              <a:rPr lang="en-US" sz="2000" dirty="0"/>
              <a:t>Default Value</a:t>
            </a:r>
          </a:p>
          <a:p>
            <a:pPr marL="822960" lvl="1" eaLnBrk="1" fontAlgn="auto" hangingPunct="1">
              <a:lnSpc>
                <a:spcPct val="90000"/>
              </a:lnSpc>
              <a:spcAft>
                <a:spcPts val="0"/>
              </a:spcAft>
              <a:buFont typeface="Verdana"/>
              <a:buChar char="›"/>
              <a:defRPr/>
            </a:pPr>
            <a:r>
              <a:rPr lang="en-US" sz="1800" dirty="0"/>
              <a:t>A value a field will assume unless an explicit value is entered for that field</a:t>
            </a:r>
          </a:p>
          <a:p>
            <a:pPr marL="448056" indent="-384048" eaLnBrk="1" fontAlgn="auto" hangingPunct="1">
              <a:lnSpc>
                <a:spcPct val="90000"/>
              </a:lnSpc>
              <a:spcAft>
                <a:spcPts val="0"/>
              </a:spcAft>
              <a:buFont typeface="Wingdings 2"/>
              <a:buChar char=""/>
              <a:defRPr/>
            </a:pPr>
            <a:r>
              <a:rPr lang="en-US" sz="2000" dirty="0"/>
              <a:t>Input Mask</a:t>
            </a:r>
          </a:p>
          <a:p>
            <a:pPr marL="822960" lvl="1" eaLnBrk="1" fontAlgn="auto" hangingPunct="1">
              <a:lnSpc>
                <a:spcPct val="90000"/>
              </a:lnSpc>
              <a:spcAft>
                <a:spcPts val="0"/>
              </a:spcAft>
              <a:buFont typeface="Verdana"/>
              <a:buChar char="›"/>
              <a:defRPr/>
            </a:pPr>
            <a:r>
              <a:rPr lang="en-US" sz="1800" dirty="0"/>
              <a:t>A pattern of codes that restricts the width and possible values for each position of a field</a:t>
            </a:r>
          </a:p>
          <a:p>
            <a:pPr marL="448056" indent="-384048" eaLnBrk="1" fontAlgn="auto" hangingPunct="1">
              <a:lnSpc>
                <a:spcPct val="90000"/>
              </a:lnSpc>
              <a:spcAft>
                <a:spcPts val="0"/>
              </a:spcAft>
              <a:buFont typeface="Wingdings 2"/>
              <a:buChar char=""/>
              <a:defRPr/>
            </a:pPr>
            <a:r>
              <a:rPr lang="en-US" sz="2000" dirty="0"/>
              <a:t>Range Control</a:t>
            </a:r>
          </a:p>
          <a:p>
            <a:pPr marL="822960" lvl="1" eaLnBrk="1" fontAlgn="auto" hangingPunct="1">
              <a:lnSpc>
                <a:spcPct val="90000"/>
              </a:lnSpc>
              <a:spcAft>
                <a:spcPts val="0"/>
              </a:spcAft>
              <a:buFont typeface="Verdana"/>
              <a:buChar char="›"/>
              <a:defRPr/>
            </a:pPr>
            <a:r>
              <a:rPr lang="en-US" sz="1800" dirty="0"/>
              <a:t>Limits range of values that can be entered into field</a:t>
            </a:r>
          </a:p>
          <a:p>
            <a:pPr marL="448056" indent="-384048" eaLnBrk="1" fontAlgn="auto" hangingPunct="1">
              <a:lnSpc>
                <a:spcPct val="90000"/>
              </a:lnSpc>
              <a:spcAft>
                <a:spcPts val="0"/>
              </a:spcAft>
              <a:buFont typeface="Wingdings 2"/>
              <a:buChar char=""/>
              <a:defRPr/>
            </a:pPr>
            <a:r>
              <a:rPr lang="en-US" sz="2000" dirty="0"/>
              <a:t>Referential Integrity</a:t>
            </a:r>
          </a:p>
          <a:p>
            <a:pPr marL="822960" lvl="1" eaLnBrk="1" fontAlgn="auto" hangingPunct="1">
              <a:lnSpc>
                <a:spcPct val="90000"/>
              </a:lnSpc>
              <a:spcAft>
                <a:spcPts val="0"/>
              </a:spcAft>
              <a:buFont typeface="Verdana"/>
              <a:buChar char="›"/>
              <a:defRPr/>
            </a:pPr>
            <a:r>
              <a:rPr lang="en-US" sz="1800" dirty="0"/>
              <a:t>An integrity constraint specifying that the value (or existence) of an attribute in one relation depends on the value (or existence) of the same attribute in another relation</a:t>
            </a:r>
          </a:p>
          <a:p>
            <a:pPr marL="448056" indent="-384048" eaLnBrk="1" fontAlgn="auto" hangingPunct="1">
              <a:lnSpc>
                <a:spcPct val="90000"/>
              </a:lnSpc>
              <a:spcAft>
                <a:spcPts val="0"/>
              </a:spcAft>
              <a:buFont typeface="Wingdings 2"/>
              <a:buChar char=""/>
              <a:defRPr/>
            </a:pPr>
            <a:r>
              <a:rPr lang="en-US" sz="2000" dirty="0"/>
              <a:t>Null Value</a:t>
            </a:r>
          </a:p>
          <a:p>
            <a:pPr marL="822960" lvl="1" eaLnBrk="1" fontAlgn="auto" hangingPunct="1">
              <a:lnSpc>
                <a:spcPct val="90000"/>
              </a:lnSpc>
              <a:spcAft>
                <a:spcPts val="0"/>
              </a:spcAft>
              <a:buFont typeface="Verdana"/>
              <a:buChar char="›"/>
              <a:defRPr/>
            </a:pPr>
            <a:r>
              <a:rPr lang="en-US" sz="1800" dirty="0"/>
              <a:t>A special field value, distinct from 0, blank or any other value, that indicates that the value for the field is missing or otherwise unknown</a:t>
            </a:r>
          </a:p>
          <a:p>
            <a:pPr marL="448056" indent="-384048" eaLnBrk="1" fontAlgn="auto" hangingPunct="1">
              <a:lnSpc>
                <a:spcPct val="90000"/>
              </a:lnSpc>
              <a:spcAft>
                <a:spcPts val="0"/>
              </a:spcAft>
              <a:buFont typeface="Wingdings 2"/>
              <a:buChar char=""/>
              <a:defRPr/>
            </a:pPr>
            <a:endParaRPr lang="en-US" sz="1800" dirty="0"/>
          </a:p>
        </p:txBody>
      </p:sp>
      <p:sp>
        <p:nvSpPr>
          <p:cNvPr id="481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0070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028ED72C-8AE9-4592-A1C5-CFC52EF58828}" type="slidenum">
              <a:rPr lang="en-US" sz="1600">
                <a:solidFill>
                  <a:schemeClr val="tx1"/>
                </a:solidFill>
                <a:cs typeface="+mn-cs"/>
              </a:rPr>
              <a:pPr algn="ctr" eaLnBrk="0" hangingPunct="0">
                <a:defRPr/>
              </a:pPr>
              <a:t>32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2082"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BD0F37CB-DA8E-463A-9DEC-20FB81D24467}" type="slidenum">
              <a:rPr lang="en-US" sz="1600">
                <a:solidFill>
                  <a:schemeClr val="tx1"/>
                </a:solidFill>
                <a:cs typeface="+mn-cs"/>
              </a:rPr>
              <a:pPr algn="ctr" eaLnBrk="0" hangingPunct="0">
                <a:defRPr/>
              </a:pPr>
              <a:t>33</a:t>
            </a:fld>
            <a:endParaRPr lang="en-US" sz="1600">
              <a:solidFill>
                <a:schemeClr val="tx1"/>
              </a:solidFill>
              <a:cs typeface="+mn-cs"/>
            </a:endParaRPr>
          </a:p>
        </p:txBody>
      </p:sp>
      <p:pic>
        <p:nvPicPr>
          <p:cNvPr id="302087" name="Picture 7"/>
          <p:cNvPicPr>
            <a:picLocks noChangeAspect="1" noChangeArrowheads="1"/>
          </p:cNvPicPr>
          <p:nvPr/>
        </p:nvPicPr>
        <p:blipFill>
          <a:blip r:embed="rId2"/>
          <a:srcRect/>
          <a:stretch>
            <a:fillRect/>
          </a:stretch>
        </p:blipFill>
        <p:spPr bwMode="auto">
          <a:xfrm>
            <a:off x="101600" y="2393950"/>
            <a:ext cx="9010650" cy="255905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Designing Physical Tables</a:t>
            </a:r>
          </a:p>
        </p:txBody>
      </p:sp>
      <p:sp>
        <p:nvSpPr>
          <p:cNvPr id="245763"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normAutofit lnSpcReduction="10000"/>
          </a:bodyPr>
          <a:lstStyle/>
          <a:p>
            <a:pPr marL="448056" indent="-384048" eaLnBrk="1" fontAlgn="auto" hangingPunct="1">
              <a:lnSpc>
                <a:spcPct val="90000"/>
              </a:lnSpc>
              <a:spcAft>
                <a:spcPts val="0"/>
              </a:spcAft>
              <a:buFont typeface="Wingdings 2"/>
              <a:buChar char=""/>
              <a:defRPr/>
            </a:pPr>
            <a:r>
              <a:rPr lang="en-US" sz="2800"/>
              <a:t>Relational Database is a Set of Related Tables</a:t>
            </a:r>
          </a:p>
          <a:p>
            <a:pPr marL="448056" indent="-384048" eaLnBrk="1" fontAlgn="auto" hangingPunct="1">
              <a:lnSpc>
                <a:spcPct val="90000"/>
              </a:lnSpc>
              <a:spcAft>
                <a:spcPts val="0"/>
              </a:spcAft>
              <a:buFont typeface="Wingdings 2"/>
              <a:buChar char=""/>
              <a:defRPr/>
            </a:pPr>
            <a:r>
              <a:rPr lang="en-US" sz="2800"/>
              <a:t>Physical Table</a:t>
            </a:r>
          </a:p>
          <a:p>
            <a:pPr marL="822960" lvl="1" eaLnBrk="1" fontAlgn="auto" hangingPunct="1">
              <a:lnSpc>
                <a:spcPct val="90000"/>
              </a:lnSpc>
              <a:spcAft>
                <a:spcPts val="0"/>
              </a:spcAft>
              <a:buFont typeface="Verdana"/>
              <a:buChar char="›"/>
              <a:defRPr/>
            </a:pPr>
            <a:r>
              <a:rPr lang="en-US" sz="2400"/>
              <a:t>A named set of rows and columns that specifies the fields in each row of the table</a:t>
            </a:r>
          </a:p>
          <a:p>
            <a:pPr marL="448056" indent="-384048" eaLnBrk="1" fontAlgn="auto" hangingPunct="1">
              <a:lnSpc>
                <a:spcPct val="90000"/>
              </a:lnSpc>
              <a:spcAft>
                <a:spcPts val="0"/>
              </a:spcAft>
              <a:buFont typeface="Wingdings 2"/>
              <a:buChar char=""/>
              <a:defRPr/>
            </a:pPr>
            <a:r>
              <a:rPr lang="en-US" sz="2800"/>
              <a:t>Design Goals</a:t>
            </a:r>
          </a:p>
          <a:p>
            <a:pPr marL="822960" lvl="1" eaLnBrk="1" fontAlgn="auto" hangingPunct="1">
              <a:lnSpc>
                <a:spcPct val="90000"/>
              </a:lnSpc>
              <a:spcAft>
                <a:spcPts val="0"/>
              </a:spcAft>
              <a:buFont typeface="Verdana"/>
              <a:buChar char="›"/>
              <a:defRPr/>
            </a:pPr>
            <a:r>
              <a:rPr lang="en-US" sz="2400"/>
              <a:t>Efficient use of secondary storage (disk space)</a:t>
            </a:r>
          </a:p>
          <a:p>
            <a:pPr marL="1106424" lvl="2" eaLnBrk="1" fontAlgn="auto" hangingPunct="1">
              <a:lnSpc>
                <a:spcPct val="90000"/>
              </a:lnSpc>
              <a:spcAft>
                <a:spcPts val="0"/>
              </a:spcAft>
              <a:buFont typeface="Wingdings 2"/>
              <a:buChar char=""/>
              <a:defRPr/>
            </a:pPr>
            <a:r>
              <a:rPr lang="en-US" sz="2000"/>
              <a:t>Disks are divided into units that can be read in one machine operation</a:t>
            </a:r>
          </a:p>
          <a:p>
            <a:pPr marL="1106424" lvl="2" eaLnBrk="1" fontAlgn="auto" hangingPunct="1">
              <a:lnSpc>
                <a:spcPct val="90000"/>
              </a:lnSpc>
              <a:spcAft>
                <a:spcPts val="0"/>
              </a:spcAft>
              <a:buFont typeface="Wingdings 2"/>
              <a:buChar char=""/>
              <a:defRPr/>
            </a:pPr>
            <a:r>
              <a:rPr lang="en-US" sz="2000"/>
              <a:t>Space is used most efficiently when the physical length of a table row divides close to evenly with storage unit</a:t>
            </a:r>
          </a:p>
          <a:p>
            <a:pPr marL="448056" indent="-384048" eaLnBrk="1" fontAlgn="auto" hangingPunct="1">
              <a:lnSpc>
                <a:spcPct val="90000"/>
              </a:lnSpc>
              <a:spcAft>
                <a:spcPts val="0"/>
              </a:spcAft>
              <a:buFont typeface="Wingdings" pitchFamily="2" charset="2"/>
              <a:buNone/>
              <a:defRPr/>
            </a:pPr>
            <a:endParaRPr lang="en-US" sz="2400"/>
          </a:p>
        </p:txBody>
      </p:sp>
      <p:sp>
        <p:nvSpPr>
          <p:cNvPr id="501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4576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D4AEA773-9C8B-4945-BFFA-60D0E386BCE1}" type="slidenum">
              <a:rPr lang="en-US" sz="1600">
                <a:solidFill>
                  <a:schemeClr val="tx1"/>
                </a:solidFill>
                <a:cs typeface="+mn-cs"/>
              </a:rPr>
              <a:pPr algn="ctr" eaLnBrk="0" hangingPunct="0">
                <a:defRPr/>
              </a:pPr>
              <a:t>34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Designing Physical Tables (continued)</a:t>
            </a:r>
          </a:p>
        </p:txBody>
      </p:sp>
      <p:sp>
        <p:nvSpPr>
          <p:cNvPr id="51202"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marL="533400" indent="-533400" eaLnBrk="1" hangingPunct="1">
              <a:lnSpc>
                <a:spcPct val="80000"/>
              </a:lnSpc>
            </a:pPr>
            <a:r>
              <a:rPr lang="en-US" sz="2400" smtClean="0"/>
              <a:t>Design Goals (continued)</a:t>
            </a:r>
          </a:p>
          <a:p>
            <a:pPr marL="914400" lvl="1" indent="-457200" eaLnBrk="1" hangingPunct="1">
              <a:lnSpc>
                <a:spcPct val="80000"/>
              </a:lnSpc>
            </a:pPr>
            <a:r>
              <a:rPr lang="en-US" sz="2000" smtClean="0"/>
              <a:t>Efficient data processing</a:t>
            </a:r>
          </a:p>
          <a:p>
            <a:pPr marL="1295400" lvl="2" indent="-381000" eaLnBrk="1" hangingPunct="1">
              <a:lnSpc>
                <a:spcPct val="80000"/>
              </a:lnSpc>
            </a:pPr>
            <a:r>
              <a:rPr lang="en-US" sz="1800" smtClean="0"/>
              <a:t>Data are most efficiently processed when stored next to each other in secondary memory</a:t>
            </a:r>
          </a:p>
          <a:p>
            <a:pPr marL="533400" indent="-533400" eaLnBrk="1" hangingPunct="1">
              <a:lnSpc>
                <a:spcPct val="80000"/>
              </a:lnSpc>
            </a:pPr>
            <a:r>
              <a:rPr lang="en-US" sz="2400" smtClean="0"/>
              <a:t>Denormalization</a:t>
            </a:r>
          </a:p>
          <a:p>
            <a:pPr marL="914400" lvl="1" indent="-457200" eaLnBrk="1" hangingPunct="1">
              <a:lnSpc>
                <a:spcPct val="80000"/>
              </a:lnSpc>
            </a:pPr>
            <a:r>
              <a:rPr lang="en-US" sz="2000" smtClean="0"/>
              <a:t>The process of splitting or combining normalized relations into physical tables based on affinity of use of rows and fields</a:t>
            </a:r>
          </a:p>
          <a:p>
            <a:pPr marL="914400" lvl="1" indent="-457200" eaLnBrk="1" hangingPunct="1">
              <a:lnSpc>
                <a:spcPct val="80000"/>
              </a:lnSpc>
            </a:pPr>
            <a:r>
              <a:rPr lang="en-US" sz="2000" smtClean="0"/>
              <a:t>Optimizes certain operations at the expense of others</a:t>
            </a:r>
          </a:p>
          <a:p>
            <a:pPr marL="914400" lvl="1" indent="-457200" eaLnBrk="1" hangingPunct="1">
              <a:lnSpc>
                <a:spcPct val="80000"/>
              </a:lnSpc>
            </a:pPr>
            <a:r>
              <a:rPr lang="en-US" sz="2000" smtClean="0"/>
              <a:t>Three common situations where denormalization may be used:</a:t>
            </a:r>
          </a:p>
          <a:p>
            <a:pPr marL="1295400" lvl="2" indent="-381000" eaLnBrk="1" hangingPunct="1">
              <a:lnSpc>
                <a:spcPct val="80000"/>
              </a:lnSpc>
              <a:buFont typeface="Wingdings" pitchFamily="2" charset="2"/>
              <a:buAutoNum type="arabicPeriod"/>
            </a:pPr>
            <a:r>
              <a:rPr lang="en-US" sz="1800" smtClean="0"/>
              <a:t>Two entities with a one-to-one relationship</a:t>
            </a:r>
          </a:p>
          <a:p>
            <a:pPr marL="1295400" lvl="2" indent="-381000" eaLnBrk="1" hangingPunct="1">
              <a:lnSpc>
                <a:spcPct val="80000"/>
              </a:lnSpc>
              <a:buFont typeface="Wingdings" pitchFamily="2" charset="2"/>
              <a:buAutoNum type="arabicPeriod"/>
            </a:pPr>
            <a:r>
              <a:rPr lang="en-US" sz="1800" smtClean="0"/>
              <a:t>A many-to-many relationship with nonkey attributes</a:t>
            </a:r>
          </a:p>
          <a:p>
            <a:pPr marL="1295400" lvl="2" indent="-381000" eaLnBrk="1" hangingPunct="1">
              <a:lnSpc>
                <a:spcPct val="80000"/>
              </a:lnSpc>
              <a:buFont typeface="Wingdings" pitchFamily="2" charset="2"/>
              <a:buAutoNum type="arabicPeriod"/>
            </a:pPr>
            <a:r>
              <a:rPr lang="en-US" sz="1800" smtClean="0"/>
              <a:t>Reference data</a:t>
            </a:r>
          </a:p>
          <a:p>
            <a:pPr marL="533400" indent="-533400" eaLnBrk="1" hangingPunct="1">
              <a:lnSpc>
                <a:spcPct val="80000"/>
              </a:lnSpc>
              <a:buFont typeface="Wingdings" pitchFamily="2" charset="2"/>
              <a:buNone/>
            </a:pPr>
            <a:endParaRPr lang="en-US" sz="2000" smtClean="0"/>
          </a:p>
        </p:txBody>
      </p:sp>
      <p:sp>
        <p:nvSpPr>
          <p:cNvPr id="5120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7750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9F2C17AC-C480-4663-AE16-3BDCDDAEE4CD}" type="slidenum">
              <a:rPr lang="en-US" sz="1600">
                <a:solidFill>
                  <a:schemeClr val="tx1"/>
                </a:solidFill>
                <a:cs typeface="+mn-cs"/>
              </a:rPr>
              <a:pPr algn="ctr" eaLnBrk="0" hangingPunct="0">
                <a:defRPr/>
              </a:pPr>
              <a:t>35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413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C21736D2-4A99-42EC-B54B-20807D45F3DF}" type="slidenum">
              <a:rPr lang="en-US" sz="1600">
                <a:solidFill>
                  <a:schemeClr val="tx1"/>
                </a:solidFill>
                <a:cs typeface="+mn-cs"/>
              </a:rPr>
              <a:pPr algn="ctr" eaLnBrk="0" hangingPunct="0">
                <a:defRPr/>
              </a:pPr>
              <a:t>36</a:t>
            </a:fld>
            <a:endParaRPr lang="en-US" sz="1600">
              <a:solidFill>
                <a:schemeClr val="tx1"/>
              </a:solidFill>
              <a:cs typeface="+mn-cs"/>
            </a:endParaRPr>
          </a:p>
        </p:txBody>
      </p:sp>
      <p:pic>
        <p:nvPicPr>
          <p:cNvPr id="304134" name="Picture 6"/>
          <p:cNvPicPr>
            <a:picLocks noChangeAspect="1" noChangeArrowheads="1"/>
          </p:cNvPicPr>
          <p:nvPr/>
        </p:nvPicPr>
        <p:blipFill>
          <a:blip r:embed="rId2"/>
          <a:srcRect/>
          <a:stretch>
            <a:fillRect/>
          </a:stretch>
        </p:blipFill>
        <p:spPr bwMode="auto">
          <a:xfrm>
            <a:off x="762000" y="228600"/>
            <a:ext cx="7854950" cy="6384925"/>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5154"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6411BB01-6185-4054-913A-5D9B5A928750}" type="slidenum">
              <a:rPr lang="en-US" sz="1600">
                <a:solidFill>
                  <a:schemeClr val="tx1"/>
                </a:solidFill>
                <a:cs typeface="+mn-cs"/>
              </a:rPr>
              <a:pPr algn="ctr" eaLnBrk="0" hangingPunct="0">
                <a:defRPr/>
              </a:pPr>
              <a:t>37</a:t>
            </a:fld>
            <a:endParaRPr lang="en-US" sz="1600">
              <a:solidFill>
                <a:schemeClr val="tx1"/>
              </a:solidFill>
              <a:cs typeface="+mn-cs"/>
            </a:endParaRPr>
          </a:p>
        </p:txBody>
      </p:sp>
      <p:pic>
        <p:nvPicPr>
          <p:cNvPr id="305157" name="Picture 5"/>
          <p:cNvPicPr>
            <a:picLocks noChangeAspect="1" noChangeArrowheads="1"/>
          </p:cNvPicPr>
          <p:nvPr/>
        </p:nvPicPr>
        <p:blipFill>
          <a:blip r:embed="rId2"/>
          <a:srcRect/>
          <a:stretch>
            <a:fillRect/>
          </a:stretch>
        </p:blipFill>
        <p:spPr bwMode="auto">
          <a:xfrm>
            <a:off x="444500" y="1762125"/>
            <a:ext cx="8255000" cy="333375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6179" name="Text Box 3"/>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894ACD3D-760F-48B1-8B74-331AD7287EB5}" type="slidenum">
              <a:rPr lang="en-US" sz="1600">
                <a:solidFill>
                  <a:schemeClr val="tx1"/>
                </a:solidFill>
                <a:cs typeface="+mn-cs"/>
              </a:rPr>
              <a:pPr algn="ctr" eaLnBrk="0" hangingPunct="0">
                <a:defRPr/>
              </a:pPr>
              <a:t>38</a:t>
            </a:fld>
            <a:endParaRPr lang="en-US" sz="1600">
              <a:solidFill>
                <a:schemeClr val="tx1"/>
              </a:solidFill>
              <a:cs typeface="+mn-cs"/>
            </a:endParaRPr>
          </a:p>
        </p:txBody>
      </p:sp>
      <p:pic>
        <p:nvPicPr>
          <p:cNvPr id="306181" name="Picture 5"/>
          <p:cNvPicPr>
            <a:picLocks noChangeAspect="1" noChangeArrowheads="1"/>
          </p:cNvPicPr>
          <p:nvPr/>
        </p:nvPicPr>
        <p:blipFill>
          <a:blip r:embed="rId2"/>
          <a:srcRect/>
          <a:stretch>
            <a:fillRect/>
          </a:stretch>
        </p:blipFill>
        <p:spPr bwMode="auto">
          <a:xfrm>
            <a:off x="146050" y="1905000"/>
            <a:ext cx="8961438" cy="3111500"/>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7202"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D5F5CDD4-9C42-4102-A33C-6C1468BA3FB8}" type="slidenum">
              <a:rPr lang="en-US" sz="1600">
                <a:solidFill>
                  <a:schemeClr val="tx1"/>
                </a:solidFill>
                <a:cs typeface="+mn-cs"/>
              </a:rPr>
              <a:pPr algn="ctr" eaLnBrk="0" hangingPunct="0">
                <a:defRPr/>
              </a:pPr>
              <a:t>39</a:t>
            </a:fld>
            <a:endParaRPr lang="en-US" sz="1600">
              <a:solidFill>
                <a:schemeClr val="tx1"/>
              </a:solidFill>
              <a:cs typeface="+mn-cs"/>
            </a:endParaRPr>
          </a:p>
        </p:txBody>
      </p:sp>
      <p:pic>
        <p:nvPicPr>
          <p:cNvPr id="307205" name="Picture 5"/>
          <p:cNvPicPr>
            <a:picLocks noChangeAspect="1" noChangeArrowheads="1"/>
          </p:cNvPicPr>
          <p:nvPr/>
        </p:nvPicPr>
        <p:blipFill>
          <a:blip r:embed="rId2"/>
          <a:srcRect/>
          <a:stretch>
            <a:fillRect/>
          </a:stretch>
        </p:blipFill>
        <p:spPr bwMode="auto">
          <a:xfrm>
            <a:off x="1262063" y="1414463"/>
            <a:ext cx="6619875" cy="4029075"/>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Designing Physical Tables (continued)</a:t>
            </a:r>
          </a:p>
        </p:txBody>
      </p:sp>
      <p:sp>
        <p:nvSpPr>
          <p:cNvPr id="56322" name="Rectangle 3" descr="Rectangle: Click to edit Master text styles&#10;Second level&#10;Third level&#10;Fourth level&#10;Fifth level"/>
          <p:cNvSpPr>
            <a:spLocks noGrp="1" noChangeArrowheads="1"/>
          </p:cNvSpPr>
          <p:nvPr>
            <p:ph idx="1"/>
          </p:nvPr>
        </p:nvSpPr>
        <p:spPr>
          <a:xfrm>
            <a:off x="762000" y="1905000"/>
            <a:ext cx="7772400" cy="4419600"/>
          </a:xfrm>
        </p:spPr>
        <p:txBody>
          <a:bodyPr/>
          <a:lstStyle/>
          <a:p>
            <a:pPr marL="457200" indent="-457200" eaLnBrk="1" hangingPunct="1"/>
            <a:r>
              <a:rPr lang="en-US" sz="2800" smtClean="0"/>
              <a:t>Arranging Table Rows</a:t>
            </a:r>
          </a:p>
          <a:p>
            <a:pPr marL="796925" lvl="1" indent="-222250" eaLnBrk="1" hangingPunct="1"/>
            <a:r>
              <a:rPr lang="en-US" sz="2400" smtClean="0"/>
              <a:t>Physical File</a:t>
            </a:r>
          </a:p>
          <a:p>
            <a:pPr marL="1196975" lvl="2" indent="-223838" eaLnBrk="1" hangingPunct="1"/>
            <a:r>
              <a:rPr lang="en-US" sz="2000" smtClean="0"/>
              <a:t>A named set of table rows stored in a contiguous section of secondary memory</a:t>
            </a:r>
          </a:p>
          <a:p>
            <a:pPr marL="796925" lvl="1" indent="-222250" eaLnBrk="1" hangingPunct="1"/>
            <a:r>
              <a:rPr lang="en-US" sz="2400" smtClean="0"/>
              <a:t>Each table may be a physical file or whole database may be one file, depending on database management software utilized</a:t>
            </a:r>
          </a:p>
        </p:txBody>
      </p:sp>
      <p:sp>
        <p:nvSpPr>
          <p:cNvPr id="5632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7853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4BA66C5B-D693-4D57-B0D4-88D4D5ED7CD3}" type="slidenum">
              <a:rPr lang="en-US" sz="1600">
                <a:solidFill>
                  <a:schemeClr val="tx1"/>
                </a:solidFill>
                <a:cs typeface="+mn-cs"/>
              </a:rPr>
              <a:pPr algn="ctr" eaLnBrk="0" hangingPunct="0">
                <a:defRPr/>
              </a:pPr>
              <a:t>40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Designing Physical Tables (continued)</a:t>
            </a:r>
          </a:p>
        </p:txBody>
      </p:sp>
      <p:sp>
        <p:nvSpPr>
          <p:cNvPr id="57346"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marL="398463" indent="-398463" eaLnBrk="1" hangingPunct="1"/>
            <a:r>
              <a:rPr lang="en-US" sz="2800" smtClean="0"/>
              <a:t>File Organization</a:t>
            </a:r>
          </a:p>
          <a:p>
            <a:pPr marL="914400" lvl="1" indent="-339725" eaLnBrk="1" hangingPunct="1"/>
            <a:r>
              <a:rPr lang="en-US" sz="2400" smtClean="0"/>
              <a:t>A technique for physically arranging the records of a file</a:t>
            </a:r>
          </a:p>
          <a:p>
            <a:pPr marL="914400" lvl="1" indent="-339725" eaLnBrk="1" hangingPunct="1"/>
            <a:r>
              <a:rPr lang="en-US" sz="2400" smtClean="0"/>
              <a:t>Objectives for choosing file organization:</a:t>
            </a:r>
          </a:p>
          <a:p>
            <a:pPr marL="1430338" lvl="2" indent="-341313" eaLnBrk="1" hangingPunct="1">
              <a:buFont typeface="Wingdings" pitchFamily="2" charset="2"/>
              <a:buAutoNum type="arabicPeriod"/>
            </a:pPr>
            <a:r>
              <a:rPr lang="en-US" sz="2000" smtClean="0"/>
              <a:t>Fast data retrieval</a:t>
            </a:r>
          </a:p>
          <a:p>
            <a:pPr marL="1430338" lvl="2" indent="-341313" eaLnBrk="1" hangingPunct="1">
              <a:buFont typeface="Wingdings" pitchFamily="2" charset="2"/>
              <a:buAutoNum type="arabicPeriod"/>
            </a:pPr>
            <a:r>
              <a:rPr lang="en-US" sz="2000" smtClean="0"/>
              <a:t>High throughput for processing transactions</a:t>
            </a:r>
          </a:p>
          <a:p>
            <a:pPr marL="1430338" lvl="2" indent="-341313" eaLnBrk="1" hangingPunct="1">
              <a:buFont typeface="Wingdings" pitchFamily="2" charset="2"/>
              <a:buAutoNum type="arabicPeriod"/>
            </a:pPr>
            <a:r>
              <a:rPr lang="en-US" sz="2000" smtClean="0"/>
              <a:t>Efficient use of storage space</a:t>
            </a:r>
          </a:p>
          <a:p>
            <a:pPr marL="1430338" lvl="2" indent="-341313" eaLnBrk="1" hangingPunct="1">
              <a:buFont typeface="Wingdings" pitchFamily="2" charset="2"/>
              <a:buAutoNum type="arabicPeriod"/>
            </a:pPr>
            <a:r>
              <a:rPr lang="en-US" sz="2000" smtClean="0"/>
              <a:t>Protection from failures or data loss</a:t>
            </a:r>
          </a:p>
          <a:p>
            <a:pPr marL="1430338" lvl="2" indent="-341313" eaLnBrk="1" hangingPunct="1">
              <a:buFont typeface="Wingdings" pitchFamily="2" charset="2"/>
              <a:buAutoNum type="arabicPeriod"/>
            </a:pPr>
            <a:r>
              <a:rPr lang="en-US" sz="2000" smtClean="0"/>
              <a:t>Minimizing need for reorganization</a:t>
            </a:r>
          </a:p>
          <a:p>
            <a:pPr marL="1430338" lvl="2" indent="-341313" eaLnBrk="1" hangingPunct="1">
              <a:buFont typeface="Wingdings" pitchFamily="2" charset="2"/>
              <a:buAutoNum type="arabicPeriod"/>
            </a:pPr>
            <a:r>
              <a:rPr lang="en-US" sz="2000" smtClean="0"/>
              <a:t>Accommodating growth</a:t>
            </a:r>
          </a:p>
          <a:p>
            <a:pPr marL="1430338" lvl="2" indent="-341313" eaLnBrk="1" hangingPunct="1">
              <a:buFont typeface="Wingdings" pitchFamily="2" charset="2"/>
              <a:buAutoNum type="arabicPeriod"/>
            </a:pPr>
            <a:r>
              <a:rPr lang="en-US" sz="2000" smtClean="0"/>
              <a:t>Security from unauthorized use</a:t>
            </a:r>
          </a:p>
          <a:p>
            <a:pPr marL="1430338" lvl="2" indent="-341313" eaLnBrk="1" hangingPunct="1"/>
            <a:endParaRPr lang="en-US" sz="2000" smtClean="0"/>
          </a:p>
        </p:txBody>
      </p:sp>
      <p:sp>
        <p:nvSpPr>
          <p:cNvPr id="5734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7955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93B626A9-D7CF-44D0-860D-4057450A338A}" type="slidenum">
              <a:rPr lang="en-US" sz="1600">
                <a:solidFill>
                  <a:schemeClr val="tx1"/>
                </a:solidFill>
                <a:cs typeface="+mn-cs"/>
              </a:rPr>
              <a:pPr algn="ctr" eaLnBrk="0" hangingPunct="0">
                <a:defRPr/>
              </a:pPr>
              <a:t>41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Designing Physical Tables (continued)</a:t>
            </a:r>
          </a:p>
        </p:txBody>
      </p:sp>
      <p:sp>
        <p:nvSpPr>
          <p:cNvPr id="280579"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normAutofit lnSpcReduction="10000"/>
          </a:bodyPr>
          <a:lstStyle/>
          <a:p>
            <a:pPr marL="339725" indent="-339725" eaLnBrk="1" fontAlgn="auto" hangingPunct="1">
              <a:lnSpc>
                <a:spcPct val="90000"/>
              </a:lnSpc>
              <a:spcAft>
                <a:spcPts val="0"/>
              </a:spcAft>
              <a:buFont typeface="Wingdings 2"/>
              <a:buChar char=""/>
              <a:defRPr/>
            </a:pPr>
            <a:r>
              <a:rPr lang="en-US" sz="2400"/>
              <a:t>Types of File Organization</a:t>
            </a:r>
          </a:p>
          <a:p>
            <a:pPr marL="677863" lvl="1" indent="-223838" eaLnBrk="1" fontAlgn="auto" hangingPunct="1">
              <a:lnSpc>
                <a:spcPct val="90000"/>
              </a:lnSpc>
              <a:spcAft>
                <a:spcPts val="0"/>
              </a:spcAft>
              <a:buFont typeface="Verdana"/>
              <a:buChar char="›"/>
              <a:defRPr/>
            </a:pPr>
            <a:r>
              <a:rPr lang="en-US" sz="2000"/>
              <a:t>Sequential</a:t>
            </a:r>
          </a:p>
          <a:p>
            <a:pPr marL="973138" lvl="2" indent="-180975" eaLnBrk="1" fontAlgn="auto" hangingPunct="1">
              <a:lnSpc>
                <a:spcPct val="90000"/>
              </a:lnSpc>
              <a:spcAft>
                <a:spcPts val="0"/>
              </a:spcAft>
              <a:buFont typeface="Wingdings 2"/>
              <a:buChar char=""/>
              <a:defRPr/>
            </a:pPr>
            <a:r>
              <a:rPr lang="en-US" sz="1800"/>
              <a:t>The rows in the file are stored in sequence according to a primary key value</a:t>
            </a:r>
          </a:p>
          <a:p>
            <a:pPr marL="973138" lvl="2" indent="-180975" eaLnBrk="1" fontAlgn="auto" hangingPunct="1">
              <a:lnSpc>
                <a:spcPct val="90000"/>
              </a:lnSpc>
              <a:spcAft>
                <a:spcPts val="0"/>
              </a:spcAft>
              <a:buFont typeface="Wingdings 2"/>
              <a:buChar char=""/>
              <a:defRPr/>
            </a:pPr>
            <a:r>
              <a:rPr lang="en-US" sz="1800"/>
              <a:t>Updating and adding records may require rewriting the file</a:t>
            </a:r>
          </a:p>
          <a:p>
            <a:pPr marL="973138" lvl="2" indent="-180975" eaLnBrk="1" fontAlgn="auto" hangingPunct="1">
              <a:lnSpc>
                <a:spcPct val="90000"/>
              </a:lnSpc>
              <a:spcAft>
                <a:spcPts val="0"/>
              </a:spcAft>
              <a:buFont typeface="Wingdings 2"/>
              <a:buChar char=""/>
              <a:defRPr/>
            </a:pPr>
            <a:r>
              <a:rPr lang="en-US" sz="1800"/>
              <a:t>Deleting records results in wasted space</a:t>
            </a:r>
          </a:p>
          <a:p>
            <a:pPr marL="677863" lvl="1" indent="-223838" eaLnBrk="1" fontAlgn="auto" hangingPunct="1">
              <a:lnSpc>
                <a:spcPct val="90000"/>
              </a:lnSpc>
              <a:spcAft>
                <a:spcPts val="0"/>
              </a:spcAft>
              <a:buFont typeface="Verdana"/>
              <a:buChar char="›"/>
              <a:defRPr/>
            </a:pPr>
            <a:r>
              <a:rPr lang="en-US" sz="2000"/>
              <a:t>Indexed </a:t>
            </a:r>
          </a:p>
          <a:p>
            <a:pPr marL="973138" lvl="2" indent="-180975" eaLnBrk="1" fontAlgn="auto" hangingPunct="1">
              <a:lnSpc>
                <a:spcPct val="90000"/>
              </a:lnSpc>
              <a:spcAft>
                <a:spcPts val="0"/>
              </a:spcAft>
              <a:buFont typeface="Wingdings 2"/>
              <a:buChar char=""/>
              <a:defRPr/>
            </a:pPr>
            <a:r>
              <a:rPr lang="en-US" sz="1800"/>
              <a:t>The rows are stored either sequentially or non-sequentially and an index is created that allows software to locate individual rows</a:t>
            </a:r>
          </a:p>
          <a:p>
            <a:pPr marL="973138" lvl="2" indent="-180975" eaLnBrk="1" fontAlgn="auto" hangingPunct="1">
              <a:lnSpc>
                <a:spcPct val="90000"/>
              </a:lnSpc>
              <a:spcAft>
                <a:spcPts val="0"/>
              </a:spcAft>
              <a:buFont typeface="Wingdings 2"/>
              <a:buChar char=""/>
              <a:defRPr/>
            </a:pPr>
            <a:r>
              <a:rPr lang="en-US" sz="1800"/>
              <a:t>Index</a:t>
            </a:r>
          </a:p>
          <a:p>
            <a:pPr marL="1254125" lvl="3" indent="-166688" eaLnBrk="1" fontAlgn="auto" hangingPunct="1">
              <a:lnSpc>
                <a:spcPct val="90000"/>
              </a:lnSpc>
              <a:spcAft>
                <a:spcPts val="0"/>
              </a:spcAft>
              <a:buFontTx/>
              <a:buChar char="•"/>
              <a:defRPr/>
            </a:pPr>
            <a:r>
              <a:rPr lang="en-US" sz="1600"/>
              <a:t>A table used to determine the location of rows in a file that satisfy some condition</a:t>
            </a:r>
          </a:p>
          <a:p>
            <a:pPr marL="973138" lvl="2" indent="-180975" eaLnBrk="1" fontAlgn="auto" hangingPunct="1">
              <a:lnSpc>
                <a:spcPct val="90000"/>
              </a:lnSpc>
              <a:spcAft>
                <a:spcPts val="0"/>
              </a:spcAft>
              <a:buFont typeface="Wingdings 2"/>
              <a:buChar char=""/>
              <a:defRPr/>
            </a:pPr>
            <a:r>
              <a:rPr lang="en-US" sz="1800"/>
              <a:t>Secondary Index</a:t>
            </a:r>
          </a:p>
          <a:p>
            <a:pPr marL="1254125" lvl="3" indent="-166688" eaLnBrk="1" fontAlgn="auto" hangingPunct="1">
              <a:lnSpc>
                <a:spcPct val="90000"/>
              </a:lnSpc>
              <a:spcAft>
                <a:spcPts val="0"/>
              </a:spcAft>
              <a:buFontTx/>
              <a:buChar char="•"/>
              <a:defRPr/>
            </a:pPr>
            <a:r>
              <a:rPr lang="en-US" sz="1600"/>
              <a:t>Index based upon a combination of fields for which more than one row may have same combination of values</a:t>
            </a:r>
          </a:p>
          <a:p>
            <a:pPr marL="973138" lvl="2" indent="-180975" eaLnBrk="1" fontAlgn="auto" hangingPunct="1">
              <a:lnSpc>
                <a:spcPct val="90000"/>
              </a:lnSpc>
              <a:spcAft>
                <a:spcPts val="0"/>
              </a:spcAft>
              <a:buFont typeface="Wingdings 2"/>
              <a:buChar char=""/>
              <a:defRPr/>
            </a:pPr>
            <a:endParaRPr lang="en-US" sz="1800" u="sng"/>
          </a:p>
        </p:txBody>
      </p:sp>
      <p:sp>
        <p:nvSpPr>
          <p:cNvPr id="583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058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BA2CBB5D-1047-4426-93FE-E63D764953AC}" type="slidenum">
              <a:rPr lang="en-US" sz="1600">
                <a:solidFill>
                  <a:schemeClr val="tx1"/>
                </a:solidFill>
                <a:cs typeface="+mn-cs"/>
              </a:rPr>
              <a:pPr algn="ctr" eaLnBrk="0" hangingPunct="0">
                <a:defRPr/>
              </a:pPr>
              <a:t>42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308226"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5CF26065-A118-4075-9392-A4D9A7C6B53C}" type="slidenum">
              <a:rPr lang="en-US" sz="1600">
                <a:solidFill>
                  <a:schemeClr val="tx1"/>
                </a:solidFill>
                <a:cs typeface="+mn-cs"/>
              </a:rPr>
              <a:pPr algn="ctr" eaLnBrk="0" hangingPunct="0">
                <a:defRPr/>
              </a:pPr>
              <a:t>43</a:t>
            </a:fld>
            <a:endParaRPr lang="en-US" sz="1600">
              <a:solidFill>
                <a:schemeClr val="tx1"/>
              </a:solidFill>
              <a:cs typeface="+mn-cs"/>
            </a:endParaRPr>
          </a:p>
        </p:txBody>
      </p:sp>
      <p:pic>
        <p:nvPicPr>
          <p:cNvPr id="308228" name="Picture 4"/>
          <p:cNvPicPr>
            <a:picLocks noChangeAspect="1" noChangeArrowheads="1"/>
          </p:cNvPicPr>
          <p:nvPr/>
        </p:nvPicPr>
        <p:blipFill>
          <a:blip r:embed="rId2"/>
          <a:srcRect/>
          <a:stretch>
            <a:fillRect/>
          </a:stretch>
        </p:blipFill>
        <p:spPr bwMode="auto">
          <a:xfrm>
            <a:off x="609600" y="347663"/>
            <a:ext cx="8051800" cy="6510337"/>
          </a:xfrm>
          <a:prstGeom prst="rect">
            <a:avLst/>
          </a:prstGeom>
          <a:noFill/>
          <a:ln>
            <a:noFill/>
          </a:ln>
          <a:effectLst>
            <a:outerShdw dist="45791" dir="2021404" algn="ctr" rotWithShape="0">
              <a:schemeClr val="bg2"/>
            </a:outerShdw>
          </a:effectLst>
          <a:extLst/>
        </p:spPr>
      </p:pic>
    </p:spTree>
  </p:cSld>
  <p:clrMapOvr>
    <a:masterClrMapping/>
  </p:clrMapOvr>
  <p:transition>
    <p:zo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p:txBody>
          <a:bodyPr/>
          <a:lstStyle/>
          <a:p>
            <a:pPr marL="484632" eaLnBrk="1" fontAlgn="auto" hangingPunct="1">
              <a:spcAft>
                <a:spcPts val="0"/>
              </a:spcAft>
              <a:defRPr/>
            </a:pPr>
            <a:r>
              <a:rPr lang="en-US" sz="4000">
                <a:solidFill>
                  <a:schemeClr val="accent1">
                    <a:tint val="83000"/>
                    <a:satMod val="150000"/>
                  </a:schemeClr>
                </a:solidFill>
              </a:rPr>
              <a:t>Designing Physical Tables (continued)</a:t>
            </a:r>
          </a:p>
        </p:txBody>
      </p:sp>
      <p:sp>
        <p:nvSpPr>
          <p:cNvPr id="281603"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normAutofit lnSpcReduction="10000"/>
          </a:bodyPr>
          <a:lstStyle/>
          <a:p>
            <a:pPr marL="398463" indent="-398463" eaLnBrk="1" fontAlgn="auto" hangingPunct="1">
              <a:spcAft>
                <a:spcPts val="0"/>
              </a:spcAft>
              <a:buFont typeface="Wingdings 2"/>
              <a:buChar char=""/>
              <a:defRPr/>
            </a:pPr>
            <a:r>
              <a:rPr lang="en-US" sz="2800"/>
              <a:t>Guidelines for choosing indexes</a:t>
            </a:r>
          </a:p>
          <a:p>
            <a:pPr marL="855663" lvl="1" indent="-342900" eaLnBrk="1" fontAlgn="auto" hangingPunct="1">
              <a:spcAft>
                <a:spcPts val="0"/>
              </a:spcAft>
              <a:buSzTx/>
              <a:buFont typeface="Wingdings" pitchFamily="2" charset="2"/>
              <a:buAutoNum type="arabicPeriod"/>
              <a:defRPr/>
            </a:pPr>
            <a:r>
              <a:rPr lang="en-US" sz="2400"/>
              <a:t>Specify a unique index for the primary key of each file</a:t>
            </a:r>
          </a:p>
          <a:p>
            <a:pPr marL="855663" lvl="1" indent="-342900" eaLnBrk="1" fontAlgn="auto" hangingPunct="1">
              <a:spcAft>
                <a:spcPts val="0"/>
              </a:spcAft>
              <a:buSzTx/>
              <a:buFont typeface="Wingdings" pitchFamily="2" charset="2"/>
              <a:buAutoNum type="arabicPeriod"/>
              <a:defRPr/>
            </a:pPr>
            <a:r>
              <a:rPr lang="en-US" sz="2400"/>
              <a:t>Specify an index for foreign keys</a:t>
            </a:r>
          </a:p>
          <a:p>
            <a:pPr marL="855663" lvl="1" indent="-342900" eaLnBrk="1" fontAlgn="auto" hangingPunct="1">
              <a:spcAft>
                <a:spcPts val="0"/>
              </a:spcAft>
              <a:buSzTx/>
              <a:buFont typeface="Wingdings" pitchFamily="2" charset="2"/>
              <a:buAutoNum type="arabicPeriod"/>
              <a:defRPr/>
            </a:pPr>
            <a:r>
              <a:rPr lang="en-US" sz="2400"/>
              <a:t>Specify an index for nonkey fields that are referenced in qualification, sorting, and grouping commands for the purpose of retrieving data</a:t>
            </a:r>
          </a:p>
          <a:p>
            <a:pPr marL="398463" indent="-398463" eaLnBrk="1" fontAlgn="auto" hangingPunct="1">
              <a:spcAft>
                <a:spcPts val="0"/>
              </a:spcAft>
              <a:buFont typeface="Wingdings 2"/>
              <a:buChar char=""/>
              <a:defRPr/>
            </a:pPr>
            <a:r>
              <a:rPr lang="en-US" sz="2800"/>
              <a:t>Hashed File Organization</a:t>
            </a:r>
          </a:p>
          <a:p>
            <a:pPr marL="855663" lvl="1" indent="-342900" eaLnBrk="1" fontAlgn="auto" hangingPunct="1">
              <a:spcAft>
                <a:spcPts val="0"/>
              </a:spcAft>
              <a:buFont typeface="Verdana"/>
              <a:buChar char="›"/>
              <a:defRPr/>
            </a:pPr>
            <a:r>
              <a:rPr lang="en-US" sz="2400"/>
              <a:t>The address for each row is determined using an algorithm</a:t>
            </a:r>
          </a:p>
          <a:p>
            <a:pPr marL="1793875" lvl="2" indent="-704850" eaLnBrk="1" fontAlgn="auto" hangingPunct="1">
              <a:spcAft>
                <a:spcPts val="0"/>
              </a:spcAft>
              <a:buFont typeface="Wingdings" pitchFamily="2" charset="2"/>
              <a:buNone/>
              <a:defRPr/>
            </a:pPr>
            <a:endParaRPr lang="en-US" sz="2000" u="sng"/>
          </a:p>
        </p:txBody>
      </p:sp>
      <p:sp>
        <p:nvSpPr>
          <p:cNvPr id="6041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8160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E0357706-1BD7-4B97-ACE2-F4BAEEA02C21}" type="slidenum">
              <a:rPr lang="en-US" sz="1600">
                <a:solidFill>
                  <a:schemeClr val="tx1"/>
                </a:solidFill>
                <a:cs typeface="+mn-cs"/>
              </a:rPr>
              <a:pPr algn="ctr" eaLnBrk="0" hangingPunct="0">
                <a:defRPr/>
              </a:pPr>
              <a:t>44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ChangeArrowheads="1"/>
          </p:cNvSpPr>
          <p:nvPr>
            <p:ph type="title"/>
          </p:nvPr>
        </p:nvSpPr>
        <p:spPr>
          <a:xfrm>
            <a:off x="609600" y="304800"/>
            <a:ext cx="7772400" cy="990600"/>
          </a:xfrm>
        </p:spPr>
        <p:txBody>
          <a:bodyPr/>
          <a:lstStyle/>
          <a:p>
            <a:pPr marL="484632" eaLnBrk="1" fontAlgn="auto" hangingPunct="1">
              <a:spcAft>
                <a:spcPts val="0"/>
              </a:spcAft>
              <a:defRPr/>
            </a:pPr>
            <a:r>
              <a:rPr lang="en-US">
                <a:solidFill>
                  <a:schemeClr val="accent1">
                    <a:tint val="83000"/>
                    <a:satMod val="150000"/>
                  </a:schemeClr>
                </a:solidFill>
              </a:rPr>
              <a:t>Designing Controls for Files</a:t>
            </a:r>
          </a:p>
        </p:txBody>
      </p:sp>
      <p:sp>
        <p:nvSpPr>
          <p:cNvPr id="61442"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eaLnBrk="1" hangingPunct="1"/>
            <a:r>
              <a:rPr lang="en-US" sz="2800" smtClean="0"/>
              <a:t>Backup Techniques</a:t>
            </a:r>
          </a:p>
          <a:p>
            <a:pPr lvl="1" eaLnBrk="1" hangingPunct="1"/>
            <a:r>
              <a:rPr lang="en-US" sz="2400" smtClean="0"/>
              <a:t>Periodic backup of files</a:t>
            </a:r>
          </a:p>
          <a:p>
            <a:pPr lvl="1" eaLnBrk="1" hangingPunct="1"/>
            <a:r>
              <a:rPr lang="en-US" sz="2400" smtClean="0"/>
              <a:t>Transaction log or audit trail</a:t>
            </a:r>
          </a:p>
          <a:p>
            <a:pPr lvl="1" eaLnBrk="1" hangingPunct="1"/>
            <a:r>
              <a:rPr lang="en-US" sz="2400" smtClean="0"/>
              <a:t>Change log</a:t>
            </a:r>
          </a:p>
          <a:p>
            <a:pPr eaLnBrk="1" hangingPunct="1"/>
            <a:r>
              <a:rPr lang="en-US" sz="2800" smtClean="0"/>
              <a:t>Data Security Techniques</a:t>
            </a:r>
          </a:p>
          <a:p>
            <a:pPr lvl="1" eaLnBrk="1" hangingPunct="1"/>
            <a:r>
              <a:rPr lang="en-US" sz="2400" smtClean="0"/>
              <a:t>Coding, or encrypting</a:t>
            </a:r>
          </a:p>
          <a:p>
            <a:pPr lvl="1" eaLnBrk="1" hangingPunct="1"/>
            <a:r>
              <a:rPr lang="en-US" sz="2400" smtClean="0"/>
              <a:t>User account management</a:t>
            </a:r>
          </a:p>
          <a:p>
            <a:pPr lvl="1" eaLnBrk="1" hangingPunct="1"/>
            <a:r>
              <a:rPr lang="en-US" sz="2400" smtClean="0"/>
              <a:t>Prohibiting users from working directly with the data; users work with a copy which updates the files only after validation checks</a:t>
            </a:r>
          </a:p>
          <a:p>
            <a:pPr lvl="1" eaLnBrk="1" hangingPunct="1">
              <a:buFont typeface="Wingdings" pitchFamily="2" charset="2"/>
              <a:buNone/>
            </a:pPr>
            <a:endParaRPr lang="en-US" sz="2400" smtClean="0"/>
          </a:p>
        </p:txBody>
      </p:sp>
      <p:sp>
        <p:nvSpPr>
          <p:cNvPr id="6144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0685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6F06B77A-3E70-4693-A394-9969AA4D57C7}" type="slidenum">
              <a:rPr lang="en-US" sz="1600">
                <a:solidFill>
                  <a:schemeClr val="tx1"/>
                </a:solidFill>
                <a:cs typeface="+mn-cs"/>
              </a:rPr>
              <a:pPr algn="ctr" eaLnBrk="0" hangingPunct="0">
                <a:defRPr/>
              </a:pPr>
              <a:t>45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609600" y="304800"/>
            <a:ext cx="7772400" cy="1219200"/>
          </a:xfrm>
        </p:spPr>
        <p:txBody>
          <a:bodyPr/>
          <a:lstStyle/>
          <a:p>
            <a:pPr marL="484632" eaLnBrk="1" fontAlgn="auto" hangingPunct="1">
              <a:spcAft>
                <a:spcPts val="0"/>
              </a:spcAft>
              <a:defRPr/>
            </a:pPr>
            <a:r>
              <a:rPr lang="en-US" sz="3600">
                <a:solidFill>
                  <a:schemeClr val="accent1">
                    <a:tint val="83000"/>
                    <a:satMod val="150000"/>
                  </a:schemeClr>
                </a:solidFill>
              </a:rPr>
              <a:t>PVF WebStore:</a:t>
            </a:r>
            <a:br>
              <a:rPr lang="en-US" sz="3600">
                <a:solidFill>
                  <a:schemeClr val="accent1">
                    <a:tint val="83000"/>
                    <a:satMod val="150000"/>
                  </a:schemeClr>
                </a:solidFill>
              </a:rPr>
            </a:br>
            <a:r>
              <a:rPr lang="en-US" sz="3600">
                <a:solidFill>
                  <a:schemeClr val="accent1">
                    <a:tint val="83000"/>
                    <a:satMod val="150000"/>
                  </a:schemeClr>
                </a:solidFill>
              </a:rPr>
              <a:t>Designing Databases</a:t>
            </a:r>
          </a:p>
        </p:txBody>
      </p:sp>
      <p:sp>
        <p:nvSpPr>
          <p:cNvPr id="6246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eaLnBrk="1" hangingPunct="1"/>
            <a:r>
              <a:rPr lang="en-US" smtClean="0"/>
              <a:t>Design process is no different than for other applications</a:t>
            </a:r>
          </a:p>
          <a:p>
            <a:pPr eaLnBrk="1" hangingPunct="1"/>
            <a:endParaRPr lang="en-US" smtClean="0"/>
          </a:p>
        </p:txBody>
      </p:sp>
      <p:sp>
        <p:nvSpPr>
          <p:cNvPr id="6246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07876"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B7778728-CEF2-4791-AB84-A67125E5B741}" type="slidenum">
              <a:rPr lang="en-US" sz="1600">
                <a:solidFill>
                  <a:schemeClr val="tx1"/>
                </a:solidFill>
                <a:cs typeface="+mn-cs"/>
              </a:rPr>
              <a:pPr algn="ctr" eaLnBrk="0" hangingPunct="0">
                <a:defRPr/>
              </a:pPr>
              <a:t>46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Summary</a:t>
            </a:r>
          </a:p>
        </p:txBody>
      </p:sp>
      <p:sp>
        <p:nvSpPr>
          <p:cNvPr id="232451"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normAutofit fontScale="92500" lnSpcReduction="10000"/>
          </a:bodyPr>
          <a:lstStyle/>
          <a:p>
            <a:pPr marL="448056" indent="-384048" eaLnBrk="1" fontAlgn="auto" hangingPunct="1">
              <a:lnSpc>
                <a:spcPct val="90000"/>
              </a:lnSpc>
              <a:spcAft>
                <a:spcPts val="0"/>
              </a:spcAft>
              <a:buFont typeface="Wingdings 2"/>
              <a:buChar char=""/>
              <a:defRPr/>
            </a:pPr>
            <a:r>
              <a:rPr lang="en-US" sz="2800"/>
              <a:t>Key Terms</a:t>
            </a:r>
          </a:p>
          <a:p>
            <a:pPr marL="822960" lvl="1" eaLnBrk="1" fontAlgn="auto" hangingPunct="1">
              <a:lnSpc>
                <a:spcPct val="90000"/>
              </a:lnSpc>
              <a:spcAft>
                <a:spcPts val="0"/>
              </a:spcAft>
              <a:buFont typeface="Verdana"/>
              <a:buChar char="›"/>
              <a:defRPr/>
            </a:pPr>
            <a:r>
              <a:rPr lang="en-US" sz="2400"/>
              <a:t>Relation</a:t>
            </a:r>
          </a:p>
          <a:p>
            <a:pPr marL="822960" lvl="1" eaLnBrk="1" fontAlgn="auto" hangingPunct="1">
              <a:lnSpc>
                <a:spcPct val="90000"/>
              </a:lnSpc>
              <a:spcAft>
                <a:spcPts val="0"/>
              </a:spcAft>
              <a:buFont typeface="Verdana"/>
              <a:buChar char="›"/>
              <a:defRPr/>
            </a:pPr>
            <a:r>
              <a:rPr lang="en-US" sz="2400"/>
              <a:t>Primary key</a:t>
            </a:r>
          </a:p>
          <a:p>
            <a:pPr marL="822960" lvl="1" eaLnBrk="1" fontAlgn="auto" hangingPunct="1">
              <a:lnSpc>
                <a:spcPct val="90000"/>
              </a:lnSpc>
              <a:spcAft>
                <a:spcPts val="0"/>
              </a:spcAft>
              <a:buFont typeface="Verdana"/>
              <a:buChar char="›"/>
              <a:defRPr/>
            </a:pPr>
            <a:r>
              <a:rPr lang="en-US" sz="2400"/>
              <a:t>Functional dependency</a:t>
            </a:r>
          </a:p>
          <a:p>
            <a:pPr marL="822960" lvl="1" eaLnBrk="1" fontAlgn="auto" hangingPunct="1">
              <a:lnSpc>
                <a:spcPct val="90000"/>
              </a:lnSpc>
              <a:spcAft>
                <a:spcPts val="0"/>
              </a:spcAft>
              <a:buFont typeface="Verdana"/>
              <a:buChar char="›"/>
              <a:defRPr/>
            </a:pPr>
            <a:r>
              <a:rPr lang="en-US" sz="2400"/>
              <a:t>Foreign key</a:t>
            </a:r>
          </a:p>
          <a:p>
            <a:pPr marL="822960" lvl="1" eaLnBrk="1" fontAlgn="auto" hangingPunct="1">
              <a:lnSpc>
                <a:spcPct val="90000"/>
              </a:lnSpc>
              <a:spcAft>
                <a:spcPts val="0"/>
              </a:spcAft>
              <a:buFont typeface="Verdana"/>
              <a:buChar char="›"/>
              <a:defRPr/>
            </a:pPr>
            <a:r>
              <a:rPr lang="en-US" sz="2400"/>
              <a:t>Referential integrity</a:t>
            </a:r>
          </a:p>
          <a:p>
            <a:pPr marL="822960" lvl="1" eaLnBrk="1" fontAlgn="auto" hangingPunct="1">
              <a:lnSpc>
                <a:spcPct val="90000"/>
              </a:lnSpc>
              <a:spcAft>
                <a:spcPts val="0"/>
              </a:spcAft>
              <a:buFont typeface="Verdana"/>
              <a:buChar char="›"/>
              <a:defRPr/>
            </a:pPr>
            <a:r>
              <a:rPr lang="en-US" sz="2400"/>
              <a:t>Field</a:t>
            </a:r>
          </a:p>
          <a:p>
            <a:pPr marL="822960" lvl="1" eaLnBrk="1" fontAlgn="auto" hangingPunct="1">
              <a:lnSpc>
                <a:spcPct val="90000"/>
              </a:lnSpc>
              <a:spcAft>
                <a:spcPts val="0"/>
              </a:spcAft>
              <a:buFont typeface="Verdana"/>
              <a:buChar char="›"/>
              <a:defRPr/>
            </a:pPr>
            <a:r>
              <a:rPr lang="en-US" sz="2400"/>
              <a:t>Data type</a:t>
            </a:r>
          </a:p>
          <a:p>
            <a:pPr marL="822960" lvl="1" eaLnBrk="1" fontAlgn="auto" hangingPunct="1">
              <a:lnSpc>
                <a:spcPct val="90000"/>
              </a:lnSpc>
              <a:spcAft>
                <a:spcPts val="0"/>
              </a:spcAft>
              <a:buFont typeface="Verdana"/>
              <a:buChar char="›"/>
              <a:defRPr/>
            </a:pPr>
            <a:r>
              <a:rPr lang="en-US" sz="2400"/>
              <a:t>Denormalization</a:t>
            </a:r>
          </a:p>
          <a:p>
            <a:pPr marL="822960" lvl="1" eaLnBrk="1" fontAlgn="auto" hangingPunct="1">
              <a:lnSpc>
                <a:spcPct val="90000"/>
              </a:lnSpc>
              <a:spcAft>
                <a:spcPts val="0"/>
              </a:spcAft>
              <a:buFont typeface="Verdana"/>
              <a:buChar char="›"/>
              <a:defRPr/>
            </a:pPr>
            <a:r>
              <a:rPr lang="en-US" sz="2400"/>
              <a:t>File organization</a:t>
            </a:r>
          </a:p>
          <a:p>
            <a:pPr marL="822960" lvl="1" eaLnBrk="1" fontAlgn="auto" hangingPunct="1">
              <a:lnSpc>
                <a:spcPct val="90000"/>
              </a:lnSpc>
              <a:spcAft>
                <a:spcPts val="0"/>
              </a:spcAft>
              <a:buFont typeface="Verdana"/>
              <a:buChar char="›"/>
              <a:defRPr/>
            </a:pPr>
            <a:r>
              <a:rPr lang="en-US" sz="2400"/>
              <a:t>Index</a:t>
            </a:r>
          </a:p>
          <a:p>
            <a:pPr marL="822960" lvl="1" eaLnBrk="1" fontAlgn="auto" hangingPunct="1">
              <a:lnSpc>
                <a:spcPct val="90000"/>
              </a:lnSpc>
              <a:spcAft>
                <a:spcPts val="0"/>
              </a:spcAft>
              <a:buFont typeface="Verdana"/>
              <a:buChar char="›"/>
              <a:defRPr/>
            </a:pPr>
            <a:r>
              <a:rPr lang="en-US" sz="2400"/>
              <a:t>Secondary key</a:t>
            </a:r>
          </a:p>
          <a:p>
            <a:pPr marL="448056" indent="-384048" eaLnBrk="1" fontAlgn="auto" hangingPunct="1">
              <a:lnSpc>
                <a:spcPct val="90000"/>
              </a:lnSpc>
              <a:spcAft>
                <a:spcPts val="0"/>
              </a:spcAft>
              <a:buFont typeface="Wingdings" pitchFamily="2" charset="2"/>
              <a:buNone/>
              <a:defRPr/>
            </a:pPr>
            <a:endParaRPr lang="en-US" sz="2800"/>
          </a:p>
          <a:p>
            <a:pPr marL="448056" indent="-384048" eaLnBrk="1" fontAlgn="auto" hangingPunct="1">
              <a:lnSpc>
                <a:spcPct val="90000"/>
              </a:lnSpc>
              <a:spcAft>
                <a:spcPts val="0"/>
              </a:spcAft>
              <a:buFont typeface="Wingdings 2"/>
              <a:buChar char=""/>
              <a:defRPr/>
            </a:pPr>
            <a:endParaRPr lang="en-US" sz="2800"/>
          </a:p>
          <a:p>
            <a:pPr marL="448056" indent="-384048" eaLnBrk="1" fontAlgn="auto" hangingPunct="1">
              <a:lnSpc>
                <a:spcPct val="90000"/>
              </a:lnSpc>
              <a:spcAft>
                <a:spcPts val="0"/>
              </a:spcAft>
              <a:buFont typeface="Wingdings 2"/>
              <a:buChar char=""/>
              <a:defRPr/>
            </a:pPr>
            <a:endParaRPr lang="en-US" sz="2800"/>
          </a:p>
        </p:txBody>
      </p:sp>
      <p:sp>
        <p:nvSpPr>
          <p:cNvPr id="6349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3245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B0FCA811-2756-4465-B766-10A96FD4791E}" type="slidenum">
              <a:rPr lang="en-US" sz="1600">
                <a:solidFill>
                  <a:schemeClr val="tx1"/>
                </a:solidFill>
                <a:cs typeface="+mn-cs"/>
              </a:rPr>
              <a:pPr algn="ctr" eaLnBrk="0" hangingPunct="0">
                <a:defRPr/>
              </a:pPr>
              <a:t>47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p:txBody>
          <a:bodyPr/>
          <a:lstStyle/>
          <a:p>
            <a:pPr marL="484632" eaLnBrk="1" fontAlgn="auto" hangingPunct="1">
              <a:spcAft>
                <a:spcPts val="0"/>
              </a:spcAft>
              <a:defRPr/>
            </a:pPr>
            <a:r>
              <a:rPr lang="en-US">
                <a:solidFill>
                  <a:schemeClr val="accent1">
                    <a:tint val="83000"/>
                    <a:satMod val="150000"/>
                  </a:schemeClr>
                </a:solidFill>
              </a:rPr>
              <a:t>Summary (continued)</a:t>
            </a:r>
          </a:p>
        </p:txBody>
      </p:sp>
      <p:sp>
        <p:nvSpPr>
          <p:cNvPr id="263171"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normAutofit lnSpcReduction="10000"/>
          </a:bodyPr>
          <a:lstStyle/>
          <a:p>
            <a:pPr marL="448056" indent="-384048" eaLnBrk="1" fontAlgn="auto" hangingPunct="1">
              <a:lnSpc>
                <a:spcPct val="90000"/>
              </a:lnSpc>
              <a:spcAft>
                <a:spcPts val="0"/>
              </a:spcAft>
              <a:buFont typeface="Wingdings 2"/>
              <a:buChar char=""/>
              <a:defRPr/>
            </a:pPr>
            <a:r>
              <a:rPr lang="en-US" sz="2800"/>
              <a:t>Transforming E-R diagram into well-structured relations</a:t>
            </a:r>
          </a:p>
          <a:p>
            <a:pPr marL="448056" indent="-384048" eaLnBrk="1" fontAlgn="auto" hangingPunct="1">
              <a:lnSpc>
                <a:spcPct val="90000"/>
              </a:lnSpc>
              <a:spcAft>
                <a:spcPts val="0"/>
              </a:spcAft>
              <a:buFont typeface="Wingdings 2"/>
              <a:buChar char=""/>
              <a:defRPr/>
            </a:pPr>
            <a:r>
              <a:rPr lang="en-US" sz="2800"/>
              <a:t>View Integration</a:t>
            </a:r>
          </a:p>
          <a:p>
            <a:pPr marL="448056" indent="-384048" eaLnBrk="1" fontAlgn="auto" hangingPunct="1">
              <a:lnSpc>
                <a:spcPct val="90000"/>
              </a:lnSpc>
              <a:spcAft>
                <a:spcPts val="0"/>
              </a:spcAft>
              <a:buFont typeface="Wingdings 2"/>
              <a:buChar char=""/>
              <a:defRPr/>
            </a:pPr>
            <a:r>
              <a:rPr lang="en-US" sz="2800"/>
              <a:t>Storage Formats for Database Fields</a:t>
            </a:r>
          </a:p>
          <a:p>
            <a:pPr marL="448056" indent="-384048" eaLnBrk="1" fontAlgn="auto" hangingPunct="1">
              <a:lnSpc>
                <a:spcPct val="90000"/>
              </a:lnSpc>
              <a:spcAft>
                <a:spcPts val="0"/>
              </a:spcAft>
              <a:buFont typeface="Wingdings 2"/>
              <a:buChar char=""/>
              <a:defRPr/>
            </a:pPr>
            <a:r>
              <a:rPr lang="en-US" sz="2800"/>
              <a:t>Efficient Database Table Design</a:t>
            </a:r>
          </a:p>
          <a:p>
            <a:pPr marL="822960" lvl="1" eaLnBrk="1" fontAlgn="auto" hangingPunct="1">
              <a:lnSpc>
                <a:spcPct val="90000"/>
              </a:lnSpc>
              <a:spcAft>
                <a:spcPts val="0"/>
              </a:spcAft>
              <a:buFont typeface="Verdana"/>
              <a:buChar char="›"/>
              <a:defRPr/>
            </a:pPr>
            <a:r>
              <a:rPr lang="en-US" sz="2400"/>
              <a:t>Efficient use of secondary storage</a:t>
            </a:r>
          </a:p>
          <a:p>
            <a:pPr marL="822960" lvl="1" eaLnBrk="1" fontAlgn="auto" hangingPunct="1">
              <a:lnSpc>
                <a:spcPct val="90000"/>
              </a:lnSpc>
              <a:spcAft>
                <a:spcPts val="0"/>
              </a:spcAft>
              <a:buFont typeface="Verdana"/>
              <a:buChar char="›"/>
              <a:defRPr/>
            </a:pPr>
            <a:r>
              <a:rPr lang="en-US" sz="2400"/>
              <a:t>Data processing speed</a:t>
            </a:r>
          </a:p>
          <a:p>
            <a:pPr marL="448056" indent="-384048" eaLnBrk="1" fontAlgn="auto" hangingPunct="1">
              <a:lnSpc>
                <a:spcPct val="90000"/>
              </a:lnSpc>
              <a:spcAft>
                <a:spcPts val="0"/>
              </a:spcAft>
              <a:buFont typeface="Wingdings 2"/>
              <a:buChar char=""/>
              <a:defRPr/>
            </a:pPr>
            <a:r>
              <a:rPr lang="en-US" sz="2800"/>
              <a:t>File Organization</a:t>
            </a:r>
          </a:p>
          <a:p>
            <a:pPr marL="448056" indent="-384048" eaLnBrk="1" fontAlgn="auto" hangingPunct="1">
              <a:lnSpc>
                <a:spcPct val="90000"/>
              </a:lnSpc>
              <a:spcAft>
                <a:spcPts val="0"/>
              </a:spcAft>
              <a:buFont typeface="Wingdings 2"/>
              <a:buChar char=""/>
              <a:defRPr/>
            </a:pPr>
            <a:r>
              <a:rPr lang="en-US" sz="2800"/>
              <a:t>Indexes</a:t>
            </a:r>
          </a:p>
          <a:p>
            <a:pPr marL="448056" indent="-384048" eaLnBrk="1" fontAlgn="auto" hangingPunct="1">
              <a:lnSpc>
                <a:spcPct val="90000"/>
              </a:lnSpc>
              <a:spcAft>
                <a:spcPts val="0"/>
              </a:spcAft>
              <a:buFont typeface="Wingdings 2"/>
              <a:buChar char=""/>
              <a:defRPr/>
            </a:pPr>
            <a:r>
              <a:rPr lang="en-US" sz="2800"/>
              <a:t>Internet Development</a:t>
            </a:r>
          </a:p>
          <a:p>
            <a:pPr marL="1106424" lvl="2" eaLnBrk="1" fontAlgn="auto" hangingPunct="1">
              <a:lnSpc>
                <a:spcPct val="90000"/>
              </a:lnSpc>
              <a:spcAft>
                <a:spcPts val="0"/>
              </a:spcAft>
              <a:buFont typeface="Wingdings 2"/>
              <a:buChar char=""/>
              <a:defRPr/>
            </a:pPr>
            <a:endParaRPr lang="en-US" sz="2000"/>
          </a:p>
          <a:p>
            <a:pPr marL="448056" indent="-384048" eaLnBrk="1" fontAlgn="auto" hangingPunct="1">
              <a:lnSpc>
                <a:spcPct val="90000"/>
              </a:lnSpc>
              <a:spcAft>
                <a:spcPts val="0"/>
              </a:spcAft>
              <a:buFont typeface="Wingdings 2"/>
              <a:buChar char=""/>
              <a:defRPr/>
            </a:pPr>
            <a:endParaRPr lang="en-US" sz="2800"/>
          </a:p>
        </p:txBody>
      </p:sp>
      <p:sp>
        <p:nvSpPr>
          <p:cNvPr id="6451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smtClean="0">
                <a:cs typeface="Arial" charset="0"/>
              </a:rPr>
              <a:t>Copyright © 2015 Pearson Education, Inc. Publishing as Prentice Hall</a:t>
            </a:r>
          </a:p>
        </p:txBody>
      </p:sp>
      <p:sp>
        <p:nvSpPr>
          <p:cNvPr id="263172"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9.</a:t>
            </a:r>
            <a:fld id="{A121581D-01DD-4F1E-99DD-32A15993DEBF}" type="slidenum">
              <a:rPr lang="en-US" sz="1600">
                <a:solidFill>
                  <a:schemeClr val="tx1"/>
                </a:solidFill>
                <a:cs typeface="+mn-cs"/>
              </a:rPr>
              <a:pPr algn="ctr" eaLnBrk="0" hangingPunct="0">
                <a:defRPr/>
              </a:pPr>
              <a:t>48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endParaRPr lang="en-US" sz="1400" smtClean="0">
              <a:solidFill>
                <a:srgbClr val="000000"/>
              </a:solidFill>
              <a:effectLst>
                <a:outerShdw blurRad="38100" dist="38100" dir="2700000" algn="tl">
                  <a:srgbClr val="C0C0C0"/>
                </a:outerShdw>
              </a:effectLst>
            </a:endParaRPr>
          </a:p>
        </p:txBody>
      </p:sp>
      <p:pic>
        <p:nvPicPr>
          <p:cNvPr id="72707" name="Picture 3" descr="cid:3287383400_2177562"/>
          <p:cNvPicPr>
            <a:picLocks noChangeAspect="1" noChangeArrowheads="1"/>
          </p:cNvPicPr>
          <p:nvPr/>
        </p:nvPicPr>
        <p:blipFill>
          <a:blip r:embed="rId3" r:link="rId4"/>
          <a:srcRect/>
          <a:stretch>
            <a:fillRect/>
          </a:stretch>
        </p:blipFill>
        <p:spPr bwMode="auto">
          <a:xfrm>
            <a:off x="838200" y="1446213"/>
            <a:ext cx="7242175" cy="2363787"/>
          </a:xfrm>
          <a:prstGeom prst="rect">
            <a:avLst/>
          </a:prstGeom>
          <a:solidFill>
            <a:schemeClr val="hlink"/>
          </a:solidFill>
          <a:ln w="9525">
            <a:solidFill>
              <a:schemeClr val="bg1"/>
            </a:solidFill>
            <a:miter lim="800000"/>
            <a:headEnd/>
            <a:tailEnd/>
          </a:ln>
        </p:spPr>
      </p:pic>
      <p:sp>
        <p:nvSpPr>
          <p:cNvPr id="72708" name="Rectangle 4"/>
          <p:cNvSpPr>
            <a:spLocks noChangeArrowheads="1"/>
          </p:cNvSpPr>
          <p:nvPr/>
        </p:nvSpPr>
        <p:spPr bwMode="auto">
          <a:xfrm>
            <a:off x="685800" y="4187825"/>
            <a:ext cx="7589838" cy="1069975"/>
          </a:xfrm>
          <a:prstGeom prst="rect">
            <a:avLst/>
          </a:prstGeom>
          <a:noFill/>
          <a:ln w="25400">
            <a:noFill/>
            <a:miter lim="800000"/>
            <a:headEnd/>
            <a:tailEnd/>
          </a:ln>
        </p:spPr>
        <p:txBody>
          <a:bodyPr anchor="ctr">
            <a:spAutoFit/>
          </a:bodyPr>
          <a:lstStyle/>
          <a:p>
            <a:pPr algn="ctr"/>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62000" y="6069013"/>
            <a:ext cx="7845425" cy="636587"/>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1800" dirty="0" smtClean="0">
                <a:solidFill>
                  <a:srgbClr val="000000"/>
                </a:solidFill>
                <a:effectLst>
                  <a:outerShdw blurRad="38100" dist="38100" dir="2700000" algn="tl">
                    <a:srgbClr val="C0C0C0"/>
                  </a:outerShdw>
                </a:effectLst>
                <a:latin typeface="Tahoma" charset="0"/>
              </a:rPr>
              <a:t>Copyright © 2015 Pearson Education, Inc.  </a:t>
            </a:r>
          </a:p>
          <a:p>
            <a:pPr algn="ctr" eaLnBrk="1" hangingPunct="1">
              <a:defRPr/>
            </a:pPr>
            <a:r>
              <a:rPr lang="en-US" sz="1800" dirty="0" smtClean="0">
                <a:solidFill>
                  <a:srgbClr val="000000"/>
                </a:solidFill>
                <a:effectLst>
                  <a:outerShdw blurRad="38100" dist="38100" dir="2700000" algn="tl">
                    <a:srgbClr val="C0C0C0"/>
                  </a:outerShdw>
                </a:effectLst>
                <a:latin typeface="Tahoma" charset="0"/>
              </a:rPr>
              <a:t>Publishing as Prentice Hall</a:t>
            </a:r>
            <a:endParaRPr lang="en-US" sz="1800" dirty="0" smtClean="0">
              <a:solidFill>
                <a:srgbClr val="0000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3042</TotalTime>
  <Words>2648</Words>
  <Application>Microsoft Office PowerPoint</Application>
  <PresentationFormat>On-screen Show (4:3)</PresentationFormat>
  <Paragraphs>365</Paragraphs>
  <Slides>49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Arial</vt:lpstr>
      <vt:lpstr>Century Gothic</vt:lpstr>
      <vt:lpstr>Lucida Grande</vt:lpstr>
      <vt:lpstr>Tahoma</vt:lpstr>
      <vt:lpstr>Times New Roman</vt:lpstr>
      <vt:lpstr>Verdana</vt:lpstr>
      <vt:lpstr>Wingdings</vt:lpstr>
      <vt:lpstr>Wingdings 2</vt:lpstr>
      <vt:lpstr>Verve</vt:lpstr>
      <vt:lpstr>Essentials of Systems Analysis and Design Sixth Edition  Joseph S. Valacich Joey F. George Jeffrey A. Hoffer</vt:lpstr>
      <vt:lpstr>Learning Objectives</vt:lpstr>
      <vt:lpstr>Learning Objectives (continued)</vt:lpstr>
      <vt:lpstr>Learning Objectives (continued)</vt:lpstr>
      <vt:lpstr>Process of Database Design </vt:lpstr>
      <vt:lpstr>Process of Database Design (continued)</vt:lpstr>
      <vt:lpstr>Process of Database Design (continued)</vt:lpstr>
      <vt:lpstr>Deliverables and Outcomes</vt:lpstr>
      <vt:lpstr>Relational Database Model</vt:lpstr>
      <vt:lpstr>Relational Database Model (continued)</vt:lpstr>
      <vt:lpstr>Normalization</vt:lpstr>
      <vt:lpstr>Normalization (continued)</vt:lpstr>
      <vt:lpstr>Functional Dependencies and Primary Keys</vt:lpstr>
      <vt:lpstr>Functional Dependencies and Primary Keys (continued)</vt:lpstr>
      <vt:lpstr>Functional Dependencies and  Primary Keys (continued)</vt:lpstr>
      <vt:lpstr>Functional Dependencies and  Primary Keys (continued)</vt:lpstr>
      <vt:lpstr>PowerPoint Presentation</vt:lpstr>
      <vt:lpstr>Functional Dependencies and  Primary Keys (continued)</vt:lpstr>
      <vt:lpstr>Transforming E-R Diagrams into Relations</vt:lpstr>
      <vt:lpstr>Transforming E-R Diagrams into Relations (continued)</vt:lpstr>
      <vt:lpstr>PowerPoint Presentation</vt:lpstr>
      <vt:lpstr>Transforming E-R Diagrams into Relations (continued)</vt:lpstr>
      <vt:lpstr>PowerPoint Presentation</vt:lpstr>
      <vt:lpstr>Transforming E-R Diagrams into Relations (continued)</vt:lpstr>
      <vt:lpstr>PowerPoint Presentation</vt:lpstr>
      <vt:lpstr>Transforming E-R Diagrams into Relations (continued)</vt:lpstr>
      <vt:lpstr>PowerPoint Presentation</vt:lpstr>
      <vt:lpstr>PowerPoint Presentation</vt:lpstr>
      <vt:lpstr>Transforming E-R Diagrams into Relations (continued)</vt:lpstr>
      <vt:lpstr>Physical File and Database Design</vt:lpstr>
      <vt:lpstr>Designing Fields</vt:lpstr>
      <vt:lpstr>Controlling Data Integrity</vt:lpstr>
      <vt:lpstr>PowerPoint Presentation</vt:lpstr>
      <vt:lpstr>Designing Physical Tables</vt:lpstr>
      <vt:lpstr>Designing Physical Tables (continued)</vt:lpstr>
      <vt:lpstr>PowerPoint Presentation</vt:lpstr>
      <vt:lpstr>PowerPoint Presentation</vt:lpstr>
      <vt:lpstr>PowerPoint Presentation</vt:lpstr>
      <vt:lpstr>PowerPoint Presentation</vt:lpstr>
      <vt:lpstr>Designing Physical Tables (continued)</vt:lpstr>
      <vt:lpstr>Designing Physical Tables (continued)</vt:lpstr>
      <vt:lpstr>Designing Physical Tables (continued)</vt:lpstr>
      <vt:lpstr>PowerPoint Presentation</vt:lpstr>
      <vt:lpstr>Designing Physical Tables (continued)</vt:lpstr>
      <vt:lpstr>Designing Controls for Files</vt:lpstr>
      <vt:lpstr>PVF WebStore: Designing Databases</vt:lpstr>
      <vt:lpstr>Summary</vt:lpstr>
      <vt:lpstr>Summary (continued)</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dc:title>
  <dc:creator>John Russo</dc:creator>
  <cp:lastModifiedBy>Kim Norbuta</cp:lastModifiedBy>
  <cp:revision>141</cp:revision>
  <cp:lastPrinted>2000-06-02T15:25:18Z</cp:lastPrinted>
  <dcterms:created xsi:type="dcterms:W3CDTF">2011-07-26T15:59:30Z</dcterms:created>
  <dcterms:modified xsi:type="dcterms:W3CDTF">2014-10-24T14:57:31Z</dcterms:modified>
</cp:coreProperties>
</file>