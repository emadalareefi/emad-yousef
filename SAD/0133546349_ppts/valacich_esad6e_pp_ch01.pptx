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handoutMasterIdLst>
    <p:handoutMasterId r:id="rId39"/>
  </p:handoutMasterIdLst>
  <p:sldIdLst>
    <p:sldId id="256" r:id="rId2"/>
    <p:sldId id="257" r:id="rId3"/>
    <p:sldId id="258" r:id="rId4"/>
    <p:sldId id="260" r:id="rId5"/>
    <p:sldId id="262" r:id="rId6"/>
    <p:sldId id="263" r:id="rId7"/>
    <p:sldId id="316" r:id="rId8"/>
    <p:sldId id="264" r:id="rId9"/>
    <p:sldId id="265" r:id="rId10"/>
    <p:sldId id="301" r:id="rId11"/>
    <p:sldId id="266" r:id="rId12"/>
    <p:sldId id="305" r:id="rId13"/>
    <p:sldId id="267" r:id="rId14"/>
    <p:sldId id="268" r:id="rId15"/>
    <p:sldId id="302" r:id="rId16"/>
    <p:sldId id="271" r:id="rId17"/>
    <p:sldId id="306" r:id="rId18"/>
    <p:sldId id="272" r:id="rId19"/>
    <p:sldId id="273" r:id="rId20"/>
    <p:sldId id="282" r:id="rId21"/>
    <p:sldId id="290" r:id="rId22"/>
    <p:sldId id="291" r:id="rId23"/>
    <p:sldId id="292" r:id="rId24"/>
    <p:sldId id="293" r:id="rId25"/>
    <p:sldId id="294" r:id="rId26"/>
    <p:sldId id="295" r:id="rId27"/>
    <p:sldId id="296" r:id="rId28"/>
    <p:sldId id="312" r:id="rId29"/>
    <p:sldId id="313" r:id="rId30"/>
    <p:sldId id="297" r:id="rId31"/>
    <p:sldId id="309" r:id="rId32"/>
    <p:sldId id="314" r:id="rId33"/>
    <p:sldId id="298" r:id="rId34"/>
    <p:sldId id="299" r:id="rId35"/>
    <p:sldId id="300" r:id="rId36"/>
    <p:sldId id="317" r:id="rId37"/>
  </p:sldIdLst>
  <p:sldSz cx="9144000" cy="6858000" type="screen4x3"/>
  <p:notesSz cx="6858000" cy="9144000"/>
  <p:defaultTextStyle>
    <a:defPPr>
      <a:defRPr lang="en-US"/>
    </a:defPPr>
    <a:lvl1pPr algn="l" rtl="0" fontAlgn="base">
      <a:spcBef>
        <a:spcPct val="0"/>
      </a:spcBef>
      <a:spcAft>
        <a:spcPct val="0"/>
      </a:spcAft>
      <a:defRPr sz="4400" kern="1200">
        <a:solidFill>
          <a:schemeClr val="tx2"/>
        </a:solidFill>
        <a:latin typeface="Arial" charset="0"/>
        <a:ea typeface="+mn-ea"/>
        <a:cs typeface="Arial" charset="0"/>
      </a:defRPr>
    </a:lvl1pPr>
    <a:lvl2pPr marL="457200" algn="l" rtl="0" fontAlgn="base">
      <a:spcBef>
        <a:spcPct val="0"/>
      </a:spcBef>
      <a:spcAft>
        <a:spcPct val="0"/>
      </a:spcAft>
      <a:defRPr sz="4400" kern="1200">
        <a:solidFill>
          <a:schemeClr val="tx2"/>
        </a:solidFill>
        <a:latin typeface="Arial" charset="0"/>
        <a:ea typeface="+mn-ea"/>
        <a:cs typeface="Arial" charset="0"/>
      </a:defRPr>
    </a:lvl2pPr>
    <a:lvl3pPr marL="914400" algn="l" rtl="0" fontAlgn="base">
      <a:spcBef>
        <a:spcPct val="0"/>
      </a:spcBef>
      <a:spcAft>
        <a:spcPct val="0"/>
      </a:spcAft>
      <a:defRPr sz="4400" kern="1200">
        <a:solidFill>
          <a:schemeClr val="tx2"/>
        </a:solidFill>
        <a:latin typeface="Arial" charset="0"/>
        <a:ea typeface="+mn-ea"/>
        <a:cs typeface="Arial" charset="0"/>
      </a:defRPr>
    </a:lvl3pPr>
    <a:lvl4pPr marL="1371600" algn="l" rtl="0" fontAlgn="base">
      <a:spcBef>
        <a:spcPct val="0"/>
      </a:spcBef>
      <a:spcAft>
        <a:spcPct val="0"/>
      </a:spcAft>
      <a:defRPr sz="4400" kern="1200">
        <a:solidFill>
          <a:schemeClr val="tx2"/>
        </a:solidFill>
        <a:latin typeface="Arial" charset="0"/>
        <a:ea typeface="+mn-ea"/>
        <a:cs typeface="Arial" charset="0"/>
      </a:defRPr>
    </a:lvl4pPr>
    <a:lvl5pPr marL="1828800" algn="l" rtl="0" fontAlgn="base">
      <a:spcBef>
        <a:spcPct val="0"/>
      </a:spcBef>
      <a:spcAft>
        <a:spcPct val="0"/>
      </a:spcAft>
      <a:defRPr sz="4400" kern="1200">
        <a:solidFill>
          <a:schemeClr val="tx2"/>
        </a:solidFill>
        <a:latin typeface="Arial" charset="0"/>
        <a:ea typeface="+mn-ea"/>
        <a:cs typeface="Arial" charset="0"/>
      </a:defRPr>
    </a:lvl5pPr>
    <a:lvl6pPr marL="2286000" algn="l" defTabSz="914400" rtl="0" eaLnBrk="1" latinLnBrk="0" hangingPunct="1">
      <a:defRPr sz="4400" kern="1200">
        <a:solidFill>
          <a:schemeClr val="tx2"/>
        </a:solidFill>
        <a:latin typeface="Arial" charset="0"/>
        <a:ea typeface="+mn-ea"/>
        <a:cs typeface="Arial" charset="0"/>
      </a:defRPr>
    </a:lvl6pPr>
    <a:lvl7pPr marL="2743200" algn="l" defTabSz="914400" rtl="0" eaLnBrk="1" latinLnBrk="0" hangingPunct="1">
      <a:defRPr sz="4400" kern="1200">
        <a:solidFill>
          <a:schemeClr val="tx2"/>
        </a:solidFill>
        <a:latin typeface="Arial" charset="0"/>
        <a:ea typeface="+mn-ea"/>
        <a:cs typeface="Arial" charset="0"/>
      </a:defRPr>
    </a:lvl7pPr>
    <a:lvl8pPr marL="3200400" algn="l" defTabSz="914400" rtl="0" eaLnBrk="1" latinLnBrk="0" hangingPunct="1">
      <a:defRPr sz="4400" kern="1200">
        <a:solidFill>
          <a:schemeClr val="tx2"/>
        </a:solidFill>
        <a:latin typeface="Arial" charset="0"/>
        <a:ea typeface="+mn-ea"/>
        <a:cs typeface="Arial" charset="0"/>
      </a:defRPr>
    </a:lvl8pPr>
    <a:lvl9pPr marL="3657600" algn="l" defTabSz="914400" rtl="0" eaLnBrk="1" latinLnBrk="0" hangingPunct="1">
      <a:defRPr sz="4400" kern="1200">
        <a:solidFill>
          <a:schemeClr val="tx2"/>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912"/>
    <a:srgbClr val="BA2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7" autoAdjust="0"/>
    <p:restoredTop sz="94685" autoAdjust="0"/>
  </p:normalViewPr>
  <p:slideViewPr>
    <p:cSldViewPr>
      <p:cViewPr varScale="1">
        <p:scale>
          <a:sx n="70" d="100"/>
          <a:sy n="70" d="100"/>
        </p:scale>
        <p:origin x="138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676"/>
    </p:cViewPr>
  </p:sorterViewPr>
  <p:notesViewPr>
    <p:cSldViewPr>
      <p:cViewPr varScale="1">
        <p:scale>
          <a:sx n="64" d="100"/>
          <a:sy n="64" d="100"/>
        </p:scale>
        <p:origin x="-2630" y="-8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cs typeface="+mn-cs"/>
              </a:defRPr>
            </a:lvl1pPr>
          </a:lstStyle>
          <a:p>
            <a:pPr>
              <a:defRPr/>
            </a:pPr>
            <a:fld id="{677842CB-8DE5-4662-9B04-F5A0113DD22C}" type="datetimeFigureOut">
              <a:rPr lang="en-US"/>
              <a:pPr>
                <a:defRPr/>
              </a:pPr>
              <a:t>10/23/2014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cs typeface="+mn-cs"/>
              </a:defRPr>
            </a:lvl1pPr>
          </a:lstStyle>
          <a:p>
            <a:pPr>
              <a:defRPr/>
            </a:pPr>
            <a:fld id="{E5FA590C-5578-4DE4-A140-2573DDD662CD}" type="slidenum">
              <a:rPr lang="en-US"/>
              <a:pPr>
                <a:defRPr/>
              </a:pPr>
              <a:t>‹#›</a:t>
            </a:fld>
            <a:endParaRPr lang="en-US"/>
          </a:p>
        </p:txBody>
      </p:sp>
    </p:spTree>
    <p:extLst>
      <p:ext uri="{BB962C8B-B14F-4D97-AF65-F5344CB8AC3E}">
        <p14:creationId xmlns:p14="http://schemas.microsoft.com/office/powerpoint/2010/main" val="3342443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1"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solidFill>
                  <a:schemeClr val="tx1"/>
                </a:solidFill>
                <a:latin typeface="Tahoma" pitchFamily="34" charset="0"/>
                <a:cs typeface="+mn-cs"/>
              </a:defRPr>
            </a:lvl1pPr>
          </a:lstStyle>
          <a:p>
            <a:pPr>
              <a:defRPr/>
            </a:pPr>
            <a:endParaRPr 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8134"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l">
              <a:defRPr sz="1200">
                <a:solidFill>
                  <a:schemeClr val="tx1"/>
                </a:solidFill>
                <a:latin typeface="Tahoma" pitchFamily="34" charset="0"/>
                <a:cs typeface="+mn-cs"/>
              </a:defRPr>
            </a:lvl1pPr>
          </a:lstStyle>
          <a:p>
            <a:pPr>
              <a:defRPr/>
            </a:pPr>
            <a:endParaRPr lang="en-US"/>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solidFill>
                  <a:schemeClr val="tx1"/>
                </a:solidFill>
                <a:latin typeface="Tahoma" pitchFamily="34" charset="0"/>
                <a:cs typeface="+mn-cs"/>
              </a:defRPr>
            </a:lvl1pPr>
          </a:lstStyle>
          <a:p>
            <a:pPr>
              <a:defRPr/>
            </a:pPr>
            <a:fld id="{21A17CA9-238B-4DD5-8ED1-B7A2128CF0BB}" type="slidenum">
              <a:rPr lang="en-US"/>
              <a:pPr>
                <a:defRPr/>
              </a:pPr>
              <a:t>‹#›</a:t>
            </a:fld>
            <a:endParaRPr lang="en-US"/>
          </a:p>
        </p:txBody>
      </p:sp>
    </p:spTree>
    <p:extLst>
      <p:ext uri="{BB962C8B-B14F-4D97-AF65-F5344CB8AC3E}">
        <p14:creationId xmlns:p14="http://schemas.microsoft.com/office/powerpoint/2010/main" val="37075832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ln>
            <a:miter lim="800000"/>
            <a:headEnd/>
            <a:tailEnd/>
          </a:ln>
        </p:spPr>
        <p:txBody>
          <a:bodyPr/>
          <a:lstStyle/>
          <a:p>
            <a:fld id="{0642138D-F3F5-49D2-9D4B-F55DBD74E545}" type="slidenum">
              <a:rPr lang="en-US" smtClean="0">
                <a:latin typeface="Tahoma" charset="0"/>
                <a:cs typeface="Arial" charset="0"/>
              </a:rPr>
              <a:pPr/>
              <a:t>1</a:t>
            </a:fld>
            <a:endParaRPr lang="en-US" smtClean="0">
              <a:latin typeface="Tahoma" charset="0"/>
              <a:cs typeface="Arial" charset="0"/>
            </a:endParaRPr>
          </a:p>
        </p:txBody>
      </p:sp>
      <p:sp>
        <p:nvSpPr>
          <p:cNvPr id="16386" name="Rectangle 1026"/>
          <p:cNvSpPr>
            <a:spLocks noGrp="1" noRot="1" noChangeAspect="1" noChangeArrowheads="1" noTextEdit="1"/>
          </p:cNvSpPr>
          <p:nvPr>
            <p:ph type="sldImg"/>
          </p:nvPr>
        </p:nvSpPr>
        <p:spPr>
          <a:ln/>
        </p:spPr>
      </p:sp>
      <p:sp>
        <p:nvSpPr>
          <p:cNvPr id="16387" name="Rectangle 1027"/>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2548172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ln>
            <a:miter lim="800000"/>
            <a:headEnd/>
            <a:tailEnd/>
          </a:ln>
        </p:spPr>
        <p:txBody>
          <a:bodyPr/>
          <a:lstStyle/>
          <a:p>
            <a:fld id="{2FC060F2-19B9-415E-B780-BC5A030CF890}" type="slidenum">
              <a:rPr lang="en-US" smtClean="0">
                <a:latin typeface="Tahoma" charset="0"/>
                <a:cs typeface="Arial" charset="0"/>
              </a:rPr>
              <a:pPr/>
              <a:t>14</a:t>
            </a:fld>
            <a:endParaRPr lang="en-US" smtClean="0">
              <a:latin typeface="Tahoma" charset="0"/>
              <a:cs typeface="Arial" charset="0"/>
            </a:endParaRPr>
          </a:p>
        </p:txBody>
      </p:sp>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4178635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xfrm>
            <a:off x="1152525" y="692150"/>
            <a:ext cx="4554538" cy="3416300"/>
          </a:xfrm>
          <a:ln/>
        </p:spPr>
      </p:sp>
      <p:sp>
        <p:nvSpPr>
          <p:cNvPr id="62467" name="Rectangle 3"/>
          <p:cNvSpPr>
            <a:spLocks noGrp="1" noChangeArrowheads="1"/>
          </p:cNvSpPr>
          <p:nvPr>
            <p:ph type="body" idx="1"/>
          </p:nvPr>
        </p:nvSpPr>
        <p:spPr>
          <a:noFill/>
        </p:spPr>
        <p:txBody>
          <a:bodyPr lIns="90480" tIns="44446" rIns="90480" bIns="44446"/>
          <a:lstStyle/>
          <a:p>
            <a:endParaRPr lang="en-US" smtClean="0"/>
          </a:p>
        </p:txBody>
      </p:sp>
    </p:spTree>
    <p:extLst>
      <p:ext uri="{BB962C8B-B14F-4D97-AF65-F5344CB8AC3E}">
        <p14:creationId xmlns:p14="http://schemas.microsoft.com/office/powerpoint/2010/main" val="383086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1047"/>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endParaRPr lang="en-US" sz="1600" smtClean="0">
              <a:solidFill>
                <a:schemeClr val="tx1"/>
              </a:solidFill>
              <a:cs typeface="+mn-cs"/>
            </a:endParaRPr>
          </a:p>
        </p:txBody>
      </p:sp>
      <p:sp>
        <p:nvSpPr>
          <p:cNvPr id="10" name="Isosceles Triangle 6"/>
          <p:cNvSpPr/>
          <p:nvPr/>
        </p:nvSpPr>
        <p:spPr>
          <a:xfrm rot="16200000">
            <a:off x="7553325" y="5254626"/>
            <a:ext cx="1893887"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540544" y="776288"/>
            <a:ext cx="8062912" cy="1470025"/>
          </a:xfrm>
        </p:spPr>
        <p:txBody>
          <a:bodyPr anchor="b"/>
          <a:lstStyle>
            <a:lvl1pPr algn="r">
              <a:defRPr sz="4400"/>
            </a:lvl1pPr>
          </a:lstStyle>
          <a:p>
            <a:r>
              <a:rPr lang="en-US" smtClean="0"/>
              <a:t>Click to edit Master title style</a:t>
            </a:r>
            <a:endParaRPr lang="en-US"/>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11" name="Date Placeholder 27"/>
          <p:cNvSpPr>
            <a:spLocks noGrp="1"/>
          </p:cNvSpPr>
          <p:nvPr>
            <p:ph type="dt" sz="half" idx="10"/>
          </p:nvPr>
        </p:nvSpPr>
        <p:spPr>
          <a:xfrm>
            <a:off x="1371600" y="6011863"/>
            <a:ext cx="5791200" cy="365125"/>
          </a:xfrm>
        </p:spPr>
        <p:txBody>
          <a:bodyPr tIns="0" bIns="0" anchor="t"/>
          <a:lstStyle>
            <a:lvl1pPr algn="r">
              <a:defRPr sz="1000"/>
            </a:lvl1pPr>
          </a:lstStyle>
          <a:p>
            <a:pPr>
              <a:defRPr/>
            </a:pPr>
            <a:endParaRPr lang="en-US" dirty="0"/>
          </a:p>
        </p:txBody>
      </p:sp>
      <p:sp>
        <p:nvSpPr>
          <p:cNvPr id="12" name="Footer Placeholder 16"/>
          <p:cNvSpPr>
            <a:spLocks noGrp="1"/>
          </p:cNvSpPr>
          <p:nvPr>
            <p:ph type="ftr" sz="quarter" idx="11"/>
          </p:nvPr>
        </p:nvSpPr>
        <p:spPr>
          <a:xfrm>
            <a:off x="1371600" y="5649913"/>
            <a:ext cx="5791200" cy="365125"/>
          </a:xfrm>
        </p:spPr>
        <p:txBody>
          <a:bodyPr tIns="0" bIns="0"/>
          <a:lstStyle>
            <a:lvl1pPr algn="r">
              <a:defRPr sz="1100" smtClean="0"/>
            </a:lvl1pPr>
          </a:lstStyle>
          <a:p>
            <a:pPr>
              <a:defRPr/>
            </a:pPr>
            <a:r>
              <a:rPr lang="en-US" dirty="0" smtClean="0"/>
              <a:t>Copyright © 2015 Pearson Education, Inc. Publishing as Prentice Hall</a:t>
            </a:r>
            <a:endParaRPr lang="en-US" dirty="0"/>
          </a:p>
        </p:txBody>
      </p:sp>
      <p:sp>
        <p:nvSpPr>
          <p:cNvPr id="13" name="Slide Number Placeholder 28"/>
          <p:cNvSpPr>
            <a:spLocks noGrp="1"/>
          </p:cNvSpPr>
          <p:nvPr>
            <p:ph type="sldNum" sz="quarter" idx="12"/>
          </p:nvPr>
        </p:nvSpPr>
        <p:spPr>
          <a:xfrm>
            <a:off x="8391525" y="5753100"/>
            <a:ext cx="503238" cy="365125"/>
          </a:xfrm>
        </p:spPr>
        <p:txBody>
          <a:bodyPr anchor="ctr"/>
          <a:lstStyle>
            <a:lvl1pPr algn="ctr">
              <a:defRPr sz="1300" smtClean="0">
                <a:solidFill>
                  <a:srgbClr val="FFFFFF"/>
                </a:solidFill>
              </a:defRPr>
            </a:lvl1pPr>
          </a:lstStyle>
          <a:p>
            <a:pPr>
              <a:defRPr/>
            </a:pPr>
            <a:fld id="{5847DA09-0F36-4BE1-B850-97C359038919}"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showMasterPhAnim="0" type="obj" preserve="1">
  <p:cSld name="Title and Content">
    <p:spTree>
      <p:nvGrpSpPr>
        <p:cNvPr id="1" name=""/>
        <p:cNvGrpSpPr/>
        <p:nvPr/>
      </p:nvGrpSpPr>
      <p:grpSpPr>
        <a:xfrm>
          <a:off x="0" y="0"/>
          <a:ext cx="0" cy="0"/>
          <a:chOff x="0" y="0"/>
          <a:chExt cx="0" cy="0"/>
        </a:xfrm>
      </p:grpSpPr>
      <p:sp>
        <p:nvSpPr>
          <p:cNvPr id="4"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5"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6"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7" name="Text Box 1047"/>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endParaRPr lang="en-US" sz="1600" smtClean="0">
              <a:solidFill>
                <a:schemeClr val="tx1"/>
              </a:solidFill>
              <a:cs typeface="+mn-cs"/>
            </a:endParaRPr>
          </a:p>
        </p:txBody>
      </p:sp>
      <p:sp>
        <p:nvSpPr>
          <p:cNvPr id="2" name="Title 1"/>
          <p:cNvSpPr>
            <a:spLocks noGrp="1"/>
          </p:cNvSpPr>
          <p:nvPr>
            <p:ph type="title"/>
          </p:nvPr>
        </p:nvSpPr>
        <p:spPr>
          <a:xfrm>
            <a:off x="457200" y="267494"/>
            <a:ext cx="8229600" cy="1399032"/>
          </a:xfrm>
        </p:spPr>
        <p:txBody>
          <a:bodyPr/>
          <a:lstStyle/>
          <a:p>
            <a:r>
              <a:rPr lang="en-US" smtClean="0"/>
              <a:t>Click to edit Master title style</a:t>
            </a:r>
            <a:endParaRPr lang="en-US"/>
          </a:p>
        </p:txBody>
      </p:sp>
      <p:sp>
        <p:nvSpPr>
          <p:cNvPr id="3" name="Content Placeholder 2"/>
          <p:cNvSpPr>
            <a:spLocks noGrp="1"/>
          </p:cNvSpPr>
          <p:nvPr>
            <p:ph idx="1"/>
          </p:nvPr>
        </p:nvSpPr>
        <p:spPr>
          <a:xfrm>
            <a:off x="457200" y="1882808"/>
            <a:ext cx="8229600" cy="45720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Date Placeholder 3"/>
          <p:cNvSpPr>
            <a:spLocks noGrp="1"/>
          </p:cNvSpPr>
          <p:nvPr>
            <p:ph type="dt" sz="half" idx="10"/>
          </p:nvPr>
        </p:nvSpPr>
        <p:spPr>
          <a:xfrm>
            <a:off x="5715000" y="6553200"/>
            <a:ext cx="1209675" cy="228600"/>
          </a:xfrm>
        </p:spPr>
        <p:txBody>
          <a:bodyPr/>
          <a:lstStyle>
            <a:lvl1pPr>
              <a:defRPr dirty="0"/>
            </a:lvl1pPr>
          </a:lstStyle>
          <a:p>
            <a:pPr>
              <a:defRPr/>
            </a:pPr>
            <a:endParaRPr lang="en-US"/>
          </a:p>
        </p:txBody>
      </p:sp>
      <p:sp>
        <p:nvSpPr>
          <p:cNvPr id="9" name="Footer Placeholder 4"/>
          <p:cNvSpPr>
            <a:spLocks noGrp="1"/>
          </p:cNvSpPr>
          <p:nvPr>
            <p:ph type="ftr" sz="quarter" idx="11"/>
          </p:nvPr>
        </p:nvSpPr>
        <p:spPr>
          <a:xfrm>
            <a:off x="457200" y="6481763"/>
            <a:ext cx="5181600" cy="300037"/>
          </a:xfrm>
        </p:spPr>
        <p:txBody>
          <a:bodyPr/>
          <a:lstStyle>
            <a:lvl1pPr>
              <a:defRPr dirty="0"/>
            </a:lvl1pPr>
          </a:lstStyle>
          <a:p>
            <a:pPr>
              <a:defRPr/>
            </a:pPr>
            <a:r>
              <a:rPr lang="en-US" dirty="0" smtClean="0"/>
              <a:t>Copyright © 2015 Pearson Education, Inc. Publishing as Prentice Hall</a:t>
            </a:r>
            <a:endParaRPr lang="en-US" dirty="0"/>
          </a:p>
        </p:txBody>
      </p:sp>
      <p:sp>
        <p:nvSpPr>
          <p:cNvPr id="10" name="Slide Number Placeholder 5"/>
          <p:cNvSpPr>
            <a:spLocks noGrp="1"/>
          </p:cNvSpPr>
          <p:nvPr>
            <p:ph type="sldNum" sz="quarter" idx="12"/>
          </p:nvPr>
        </p:nvSpPr>
        <p:spPr/>
        <p:txBody>
          <a:bodyPr/>
          <a:lstStyle>
            <a:lvl1pPr>
              <a:defRPr/>
            </a:lvl1pPr>
          </a:lstStyle>
          <a:p>
            <a:pPr>
              <a:defRPr/>
            </a:pPr>
            <a:fld id="{949E32D2-7D32-4F2C-B713-F49B1FA5BE15}"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showMasterPhAnim="0" type="secHead" preserve="1">
  <p:cSld name="Section Header">
    <p:bg>
      <p:bgRef idx="1002">
        <a:schemeClr val="bg1"/>
      </p:bgRef>
    </p:bg>
    <p:spTree>
      <p:nvGrpSpPr>
        <p:cNvPr id="1" name=""/>
        <p:cNvGrpSpPr/>
        <p:nvPr/>
      </p:nvGrpSpPr>
      <p:grpSpPr>
        <a:xfrm>
          <a:off x="0" y="0"/>
          <a:ext cx="0" cy="0"/>
          <a:chOff x="0" y="0"/>
          <a:chExt cx="0" cy="0"/>
        </a:xfrm>
      </p:grpSpPr>
      <p:sp>
        <p:nvSpPr>
          <p:cNvPr id="4" name="Right Triangle 8"/>
          <p:cNvSpPr/>
          <p:nvPr/>
        </p:nvSpPr>
        <p:spPr>
          <a:xfrm flipV="1">
            <a:off x="6350" y="6350"/>
            <a:ext cx="9131300" cy="6837363"/>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sz="1800"/>
          </a:p>
        </p:txBody>
      </p:sp>
      <p:sp>
        <p:nvSpPr>
          <p:cNvPr id="5" name="Isosceles Triangle 7"/>
          <p:cNvSpPr/>
          <p:nvPr/>
        </p:nvSpPr>
        <p:spPr>
          <a:xfrm rot="5400000" flipV="1">
            <a:off x="7553325" y="309563"/>
            <a:ext cx="1893888" cy="1293812"/>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10"/>
          <p:cNvCxnSpPr/>
          <p:nvPr/>
        </p:nvCxnSpPr>
        <p:spPr>
          <a:xfrm rot="10800000">
            <a:off x="6469063" y="9525"/>
            <a:ext cx="2673350" cy="1900238"/>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9"/>
          <p:cNvCxnSpPr/>
          <p:nvPr/>
        </p:nvCxnSpPr>
        <p:spPr>
          <a:xfrm flipV="1">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lstStyle>
            <a:lvl1pPr marL="0" algn="l">
              <a:buNone/>
              <a:defRPr sz="3600" b="1" cap="none" baseline="0"/>
            </a:lvl1pPr>
          </a:lstStyle>
          <a:p>
            <a:r>
              <a:rPr lang="en-US" smtClean="0"/>
              <a:t>Click to edit Master title style</a:t>
            </a:r>
            <a:endParaRPr lang="en-US"/>
          </a:p>
        </p:txBody>
      </p:sp>
      <p:sp>
        <p:nvSpPr>
          <p:cNvPr id="3" name="Text Placeholder 2"/>
          <p:cNvSpPr>
            <a:spLocks noGrp="1"/>
          </p:cNvSpPr>
          <p:nvPr>
            <p:ph type="body" idx="1"/>
          </p:nvPr>
        </p:nvSpPr>
        <p:spPr>
          <a:xfrm>
            <a:off x="381000" y="1633536"/>
            <a:ext cx="3886200" cy="2286000"/>
          </a:xfrm>
        </p:spPr>
        <p:txBody>
          <a:bodyPr/>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8" name="Date Placeholder 3"/>
          <p:cNvSpPr>
            <a:spLocks noGrp="1"/>
          </p:cNvSpPr>
          <p:nvPr>
            <p:ph type="dt" sz="half" idx="10"/>
          </p:nvPr>
        </p:nvSpPr>
        <p:spPr>
          <a:xfrm>
            <a:off x="6956425" y="6477000"/>
            <a:ext cx="2133600" cy="304800"/>
          </a:xfrm>
        </p:spPr>
        <p:txBody>
          <a:bodyPr/>
          <a:lstStyle>
            <a:lvl1pPr>
              <a:defRPr/>
            </a:lvl1pPr>
          </a:lstStyle>
          <a:p>
            <a:pPr>
              <a:defRPr/>
            </a:pPr>
            <a:endParaRPr lang="en-US"/>
          </a:p>
        </p:txBody>
      </p:sp>
      <p:sp>
        <p:nvSpPr>
          <p:cNvPr id="9" name="Footer Placeholder 4"/>
          <p:cNvSpPr>
            <a:spLocks noGrp="1"/>
          </p:cNvSpPr>
          <p:nvPr>
            <p:ph type="ftr" sz="quarter" idx="11"/>
          </p:nvPr>
        </p:nvSpPr>
        <p:spPr>
          <a:xfrm>
            <a:off x="2619375" y="6481763"/>
            <a:ext cx="4260850" cy="300037"/>
          </a:xfrm>
        </p:spPr>
        <p:txBody>
          <a:bodyPr/>
          <a:lstStyle>
            <a:lvl1pPr>
              <a:defRPr/>
            </a:lvl1pPr>
          </a:lstStyle>
          <a:p>
            <a:pPr>
              <a:defRPr/>
            </a:pPr>
            <a:r>
              <a:rPr lang="en-US" dirty="0" smtClean="0"/>
              <a:t>Copyright © 2015 Pearson Education, Inc. Publishing as Prentice Hall</a:t>
            </a:r>
            <a:endParaRPr lang="en-US" dirty="0"/>
          </a:p>
        </p:txBody>
      </p:sp>
      <p:sp>
        <p:nvSpPr>
          <p:cNvPr id="10" name="Slide Number Placeholder 5"/>
          <p:cNvSpPr>
            <a:spLocks noGrp="1"/>
          </p:cNvSpPr>
          <p:nvPr>
            <p:ph type="sldNum" sz="quarter" idx="12"/>
          </p:nvPr>
        </p:nvSpPr>
        <p:spPr>
          <a:xfrm>
            <a:off x="8450263" y="809625"/>
            <a:ext cx="503237" cy="300038"/>
          </a:xfrm>
        </p:spPr>
        <p:txBody>
          <a:bodyPr/>
          <a:lstStyle>
            <a:lvl1pPr>
              <a:defRPr/>
            </a:lvl1pPr>
          </a:lstStyle>
          <a:p>
            <a:pPr>
              <a:defRPr/>
            </a:pPr>
            <a:fld id="{883692F2-A91B-4802-AEC3-8B398EC00D70}"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showMasterPhAnim="0" type="twoObj" preserve="1">
  <p:cSld name="Two Content">
    <p:spTree>
      <p:nvGrpSpPr>
        <p:cNvPr id="1" name=""/>
        <p:cNvGrpSpPr/>
        <p:nvPr/>
      </p:nvGrpSpPr>
      <p:grpSpPr>
        <a:xfrm>
          <a:off x="0" y="0"/>
          <a:ext cx="0" cy="0"/>
          <a:chOff x="0" y="0"/>
          <a:chExt cx="0" cy="0"/>
        </a:xfrm>
      </p:grpSpPr>
      <p:sp>
        <p:nvSpPr>
          <p:cNvPr id="5"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6"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7"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8" name="Text Box 1047"/>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endParaRPr lang="en-US" sz="1600" smtClean="0">
              <a:solidFill>
                <a:schemeClr val="tx1"/>
              </a:solidFill>
              <a:cs typeface="+mn-cs"/>
            </a:endParaRPr>
          </a:p>
        </p:txBody>
      </p:sp>
      <p:sp>
        <p:nvSpPr>
          <p:cNvPr id="2" name="Title 1"/>
          <p:cNvSpPr>
            <a:spLocks noGrp="1"/>
          </p:cNvSpPr>
          <p:nvPr>
            <p:ph type="title"/>
          </p:nvPr>
        </p:nvSpPr>
        <p:spPr/>
        <p:txBody>
          <a:bodyPr/>
          <a:lstStyle>
            <a:lvl1pPr marL="0" algn="l">
              <a:defRPr/>
            </a:lvl1pPr>
          </a:lstStyle>
          <a:p>
            <a:r>
              <a:rPr lang="en-US" smtClean="0"/>
              <a:t>Click to edit Master title style</a:t>
            </a:r>
            <a:endParaRPr lang="en-US"/>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9" name="Date Placeholder 4"/>
          <p:cNvSpPr>
            <a:spLocks noGrp="1"/>
          </p:cNvSpPr>
          <p:nvPr>
            <p:ph type="dt" sz="half" idx="10"/>
          </p:nvPr>
        </p:nvSpPr>
        <p:spPr/>
        <p:txBody>
          <a:bodyPr/>
          <a:lstStyle>
            <a:lvl1pPr>
              <a:defRPr/>
            </a:lvl1pPr>
          </a:lstStyle>
          <a:p>
            <a:pPr>
              <a:defRPr/>
            </a:pPr>
            <a:endParaRPr lang="en-US"/>
          </a:p>
        </p:txBody>
      </p:sp>
      <p:sp>
        <p:nvSpPr>
          <p:cNvPr id="10" name="Footer Placeholder 5"/>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11" name="Slide Number Placeholder 6"/>
          <p:cNvSpPr>
            <a:spLocks noGrp="1"/>
          </p:cNvSpPr>
          <p:nvPr>
            <p:ph type="sldNum" sz="quarter" idx="12"/>
          </p:nvPr>
        </p:nvSpPr>
        <p:spPr/>
        <p:txBody>
          <a:bodyPr/>
          <a:lstStyle>
            <a:lvl1pPr>
              <a:defRPr/>
            </a:lvl1pPr>
          </a:lstStyle>
          <a:p>
            <a:pPr>
              <a:defRPr/>
            </a:pPr>
            <a:fld id="{40B0C495-0C45-442F-B603-F3C2C3E9E76E}" type="slidenum">
              <a:rPr lang="en-US"/>
              <a:pPr>
                <a:defRPr/>
              </a:pPr>
              <a:t>‹#›</a:t>
            </a:fld>
            <a:endParaRPr lang="en-US"/>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 calcmode="lin" valueType="num">
                                      <p:cBhvr additive="base">
                                        <p:cTn id="3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4">
                                            <p:txEl>
                                              <p:pRg st="2" end="2"/>
                                            </p:txEl>
                                          </p:spTgt>
                                        </p:tgtEl>
                                        <p:attrNameLst>
                                          <p:attrName>style.visibility</p:attrName>
                                        </p:attrNameLst>
                                      </p:cBhvr>
                                      <p:to>
                                        <p:strVal val="visible"/>
                                      </p:to>
                                    </p:set>
                                    <p:anim calcmode="lin" valueType="num">
                                      <p:cBhvr additive="base">
                                        <p:cTn id="4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4">
                                            <p:txEl>
                                              <p:pRg st="2" end="2"/>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
                                            <p:txEl>
                                              <p:pRg st="3" end="3"/>
                                            </p:txEl>
                                          </p:spTgt>
                                        </p:tgtEl>
                                        <p:attrNameLst>
                                          <p:attrName>style.visibility</p:attrName>
                                        </p:attrNameLst>
                                      </p:cBhvr>
                                      <p:to>
                                        <p:strVal val="visible"/>
                                      </p:to>
                                    </p:set>
                                    <p:anim calcmode="lin" valueType="num">
                                      <p:cBhvr additive="base">
                                        <p:cTn id="45"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4">
                                            <p:txEl>
                                              <p:pRg st="3" end="3"/>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4">
                                            <p:txEl>
                                              <p:pRg st="4" end="4"/>
                                            </p:txEl>
                                          </p:spTgt>
                                        </p:tgtEl>
                                        <p:attrNameLst>
                                          <p:attrName>style.visibility</p:attrName>
                                        </p:attrNameLst>
                                      </p:cBhvr>
                                      <p:to>
                                        <p:strVal val="visible"/>
                                      </p:to>
                                    </p:set>
                                    <p:anim calcmode="lin" valueType="num">
                                      <p:cBhvr additive="base">
                                        <p:cTn id="4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showMasterPhAnim="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791075" y="6481763"/>
            <a:ext cx="2130425" cy="301625"/>
          </a:xfrm>
        </p:spPr>
        <p:txBody>
          <a:bodyPr/>
          <a:lstStyle>
            <a:lvl1pPr>
              <a:defRPr/>
            </a:lvl1pPr>
          </a:lstStyle>
          <a:p>
            <a:pPr>
              <a:defRPr/>
            </a:pPr>
            <a:endParaRPr lang="en-US"/>
          </a:p>
        </p:txBody>
      </p:sp>
      <p:sp>
        <p:nvSpPr>
          <p:cNvPr id="8" name="Footer Placeholder 7"/>
          <p:cNvSpPr>
            <a:spLocks noGrp="1"/>
          </p:cNvSpPr>
          <p:nvPr>
            <p:ph type="ftr" sz="quarter" idx="11"/>
          </p:nvPr>
        </p:nvSpPr>
        <p:spPr>
          <a:xfrm>
            <a:off x="457200" y="6481763"/>
            <a:ext cx="4260850" cy="301625"/>
          </a:xfrm>
        </p:spPr>
        <p:txBody>
          <a:bodyPr/>
          <a:lstStyle>
            <a:lvl1pPr>
              <a:defRPr/>
            </a:lvl1pPr>
          </a:lstStyle>
          <a:p>
            <a:pPr>
              <a:defRPr/>
            </a:pPr>
            <a:r>
              <a:rPr lang="en-US" dirty="0" smtClean="0"/>
              <a:t>Copyright © 2015 Pearson Education, Inc. Publishing as Prentice Hall</a:t>
            </a:r>
            <a:endParaRPr lang="en-US" dirty="0"/>
          </a:p>
        </p:txBody>
      </p:sp>
      <p:sp>
        <p:nvSpPr>
          <p:cNvPr id="9" name="Slide Number Placeholder 8"/>
          <p:cNvSpPr>
            <a:spLocks noGrp="1"/>
          </p:cNvSpPr>
          <p:nvPr>
            <p:ph type="sldNum" sz="quarter" idx="12"/>
          </p:nvPr>
        </p:nvSpPr>
        <p:spPr>
          <a:xfrm>
            <a:off x="7589838" y="6483350"/>
            <a:ext cx="503237" cy="301625"/>
          </a:xfrm>
        </p:spPr>
        <p:txBody>
          <a:bodyPr/>
          <a:lstStyle>
            <a:lvl1pPr algn="ctr">
              <a:defRPr smtClean="0"/>
            </a:lvl1pPr>
          </a:lstStyle>
          <a:p>
            <a:pPr>
              <a:defRPr/>
            </a:pPr>
            <a:fld id="{2E2CE03B-9458-4D70-BD86-DEA58E7FD6CA}"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anim calcmode="lin" valueType="num">
                                      <p:cBhvr additive="base">
                                        <p:cTn id="13"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 calcmode="lin" valueType="num">
                                      <p:cBhvr additive="base">
                                        <p:cTn id="2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2" end="2"/>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 calcmode="lin" valueType="num">
                                      <p:cBhvr additive="base">
                                        <p:cTn id="27"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
                                            <p:txEl>
                                              <p:pRg st="4" end="4"/>
                                            </p:txEl>
                                          </p:spTgt>
                                        </p:tgtEl>
                                        <p:attrNameLst>
                                          <p:attrName>style.visibility</p:attrName>
                                        </p:attrNameLst>
                                      </p:cBhvr>
                                      <p:to>
                                        <p:strVal val="visible"/>
                                      </p:to>
                                    </p:set>
                                    <p:anim calcmode="lin" valueType="num">
                                      <p:cBhvr additive="base">
                                        <p:cTn id="31"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 calcmode="lin" valueType="num">
                                      <p:cBhvr additive="base">
                                        <p:cTn id="3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0" end="0"/>
                                            </p:txEl>
                                          </p:spTgt>
                                        </p:tgtEl>
                                        <p:attrNameLst>
                                          <p:attrName>style.visibility</p:attrName>
                                        </p:attrNameLst>
                                      </p:cBhvr>
                                      <p:to>
                                        <p:strVal val="visible"/>
                                      </p:to>
                                    </p:set>
                                    <p:anim calcmode="lin" valueType="num">
                                      <p:cBhvr additive="base">
                                        <p:cTn id="4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txEl>
                                              <p:pRg st="1" end="1"/>
                                            </p:txEl>
                                          </p:spTgt>
                                        </p:tgtEl>
                                        <p:attrNameLst>
                                          <p:attrName>style.visibility</p:attrName>
                                        </p:attrNameLst>
                                      </p:cBhvr>
                                      <p:to>
                                        <p:strVal val="visible"/>
                                      </p:to>
                                    </p:set>
                                    <p:anim calcmode="lin" valueType="num">
                                      <p:cBhvr additive="base">
                                        <p:cTn id="4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 calcmode="lin" valueType="num">
                                      <p:cBhvr additive="base">
                                        <p:cTn id="5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6">
                                            <p:txEl>
                                              <p:pRg st="3" end="3"/>
                                            </p:txEl>
                                          </p:spTgt>
                                        </p:tgtEl>
                                        <p:attrNameLst>
                                          <p:attrName>style.visibility</p:attrName>
                                        </p:attrNameLst>
                                      </p:cBhvr>
                                      <p:to>
                                        <p:strVal val="visible"/>
                                      </p:to>
                                    </p:set>
                                    <p:anim calcmode="lin" valueType="num">
                                      <p:cBhvr additive="base">
                                        <p:cTn id="5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6">
                                            <p:txEl>
                                              <p:pRg st="3" end="3"/>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
                                            <p:txEl>
                                              <p:pRg st="4" end="4"/>
                                            </p:txEl>
                                          </p:spTgt>
                                        </p:tgtEl>
                                        <p:attrNameLst>
                                          <p:attrName>style.visibility</p:attrName>
                                        </p:attrNameLst>
                                      </p:cBhvr>
                                      <p:to>
                                        <p:strVal val="visible"/>
                                      </p:to>
                                    </p:set>
                                    <p:anim calcmode="lin" valueType="num">
                                      <p:cBhvr additive="base">
                                        <p:cTn id="6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P spid="5" grpId="0" build="p" bldLvl="3" autoUpdateAnimBg="0"/>
      <p:bldP spid="6" grpId="0" build="p" bldLvl="3" autoUpdateAnimBg="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smtClean="0"/>
              <a:t>Click to edit Master title style</a:t>
            </a:r>
            <a:endParaRPr lang="en-US"/>
          </a:p>
        </p:txBody>
      </p:sp>
      <p:sp>
        <p:nvSpPr>
          <p:cNvPr id="3" name="Date Placeholder 13"/>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r>
              <a:rPr lang="en-US" smtClean="0"/>
              <a:t>Copyright © 2015 Pearson Education, Inc. Publishing as Prentice Hall</a:t>
            </a:r>
            <a:endParaRPr lang="en-US" dirty="0"/>
          </a:p>
        </p:txBody>
      </p:sp>
      <p:sp>
        <p:nvSpPr>
          <p:cNvPr id="5" name="Slide Number Placeholder 22"/>
          <p:cNvSpPr>
            <a:spLocks noGrp="1"/>
          </p:cNvSpPr>
          <p:nvPr>
            <p:ph type="sldNum" sz="quarter" idx="12"/>
          </p:nvPr>
        </p:nvSpPr>
        <p:spPr/>
        <p:txBody>
          <a:bodyPr/>
          <a:lstStyle>
            <a:lvl1pPr>
              <a:defRPr/>
            </a:lvl1pPr>
          </a:lstStyle>
          <a:p>
            <a:pPr>
              <a:defRPr/>
            </a:pPr>
            <a:fld id="{55DC534F-ACF9-4BB5-861C-66140BDD9659}"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showMasterPhAnim="0" type="blank" preserve="1">
  <p:cSld name="Blank">
    <p:spTree>
      <p:nvGrpSpPr>
        <p:cNvPr id="1" name=""/>
        <p:cNvGrpSpPr/>
        <p:nvPr/>
      </p:nvGrpSpPr>
      <p:grpSpPr>
        <a:xfrm>
          <a:off x="0" y="0"/>
          <a:ext cx="0" cy="0"/>
          <a:chOff x="0" y="0"/>
          <a:chExt cx="0" cy="0"/>
        </a:xfrm>
      </p:grpSpPr>
      <p:sp>
        <p:nvSpPr>
          <p:cNvPr id="2"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3"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4"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 name="Text Box 1047"/>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endParaRPr lang="en-US" sz="1600" smtClean="0">
              <a:solidFill>
                <a:schemeClr val="tx1"/>
              </a:solidFill>
              <a:cs typeface="+mn-cs"/>
            </a:endParaRPr>
          </a:p>
        </p:txBody>
      </p:sp>
      <p:sp>
        <p:nvSpPr>
          <p:cNvPr id="6" name="Date Placeholder 1"/>
          <p:cNvSpPr>
            <a:spLocks noGrp="1"/>
          </p:cNvSpPr>
          <p:nvPr>
            <p:ph type="dt" sz="half" idx="10"/>
          </p:nvPr>
        </p:nvSpPr>
        <p:spPr>
          <a:xfrm>
            <a:off x="5715000" y="6481763"/>
            <a:ext cx="1209675" cy="301625"/>
          </a:xfrm>
        </p:spPr>
        <p:txBody>
          <a:bodyPr/>
          <a:lstStyle>
            <a:lvl1pPr>
              <a:defRPr/>
            </a:lvl1pPr>
          </a:lstStyle>
          <a:p>
            <a:pPr>
              <a:defRPr/>
            </a:pPr>
            <a:endParaRPr lang="en-US"/>
          </a:p>
        </p:txBody>
      </p:sp>
      <p:sp>
        <p:nvSpPr>
          <p:cNvPr id="7" name="Footer Placeholder 2"/>
          <p:cNvSpPr>
            <a:spLocks noGrp="1"/>
          </p:cNvSpPr>
          <p:nvPr>
            <p:ph type="ftr" sz="quarter" idx="11"/>
          </p:nvPr>
        </p:nvSpPr>
        <p:spPr>
          <a:xfrm>
            <a:off x="457200" y="6481763"/>
            <a:ext cx="4724400" cy="301625"/>
          </a:xfrm>
        </p:spPr>
        <p:txBody>
          <a:bodyPr/>
          <a:lstStyle>
            <a:lvl1pPr>
              <a:defRPr/>
            </a:lvl1pPr>
          </a:lstStyle>
          <a:p>
            <a:pPr>
              <a:defRPr/>
            </a:pPr>
            <a:r>
              <a:rPr lang="en-US" dirty="0" smtClean="0"/>
              <a:t>Copyright © 2015 Pearson Education, Inc. Publishing as Prentice Hall</a:t>
            </a:r>
            <a:endParaRPr lang="en-US" dirty="0"/>
          </a:p>
        </p:txBody>
      </p:sp>
      <p:sp>
        <p:nvSpPr>
          <p:cNvPr id="8" name="Slide Number Placeholder 3"/>
          <p:cNvSpPr>
            <a:spLocks noGrp="1"/>
          </p:cNvSpPr>
          <p:nvPr>
            <p:ph type="sldNum" sz="quarter" idx="12"/>
          </p:nvPr>
        </p:nvSpPr>
        <p:spPr/>
        <p:txBody>
          <a:bodyPr/>
          <a:lstStyle>
            <a:lvl1pPr>
              <a:defRPr/>
            </a:lvl1pPr>
          </a:lstStyle>
          <a:p>
            <a:pPr>
              <a:defRPr/>
            </a:pPr>
            <a:fld id="{44C09470-90CB-4E31-A5FF-D9D41455711E}"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showMasterPhAnim="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lang="en-US" smtClean="0"/>
              <a:t>Click to edit Master title style</a:t>
            </a:r>
            <a:endParaRPr lang="en-US"/>
          </a:p>
        </p:txBody>
      </p:sp>
      <p:sp>
        <p:nvSpPr>
          <p:cNvPr id="3" name="Text Placeholder 2"/>
          <p:cNvSpPr>
            <a:spLocks noGrp="1"/>
          </p:cNvSpPr>
          <p:nvPr>
            <p:ph type="body" idx="2"/>
          </p:nvPr>
        </p:nvSpPr>
        <p:spPr>
          <a:xfrm>
            <a:off x="1135856" y="367664"/>
            <a:ext cx="2438400" cy="5943600"/>
          </a:xfrm>
        </p:spPr>
        <p:txBody>
          <a:bodyPr/>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smtClean="0"/>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278563" y="6556375"/>
            <a:ext cx="213360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35063" y="6556375"/>
            <a:ext cx="5143500" cy="301625"/>
          </a:xfrm>
        </p:spPr>
        <p:txBody>
          <a:bodyPr/>
          <a:lstStyle>
            <a:lvl1pPr>
              <a:defRPr sz="900" smtClean="0"/>
            </a:lvl1pPr>
          </a:lstStyle>
          <a:p>
            <a:pPr>
              <a:defRPr/>
            </a:pPr>
            <a:r>
              <a:rPr lang="en-US" smtClean="0"/>
              <a:t>Copyright © 2015 Pearson Education, Inc. Publishing as Prentice Hall</a:t>
            </a:r>
            <a:endParaRPr lang="en-US" dirty="0"/>
          </a:p>
        </p:txBody>
      </p:sp>
      <p:sp>
        <p:nvSpPr>
          <p:cNvPr id="7" name="Slide Number Placeholder 6"/>
          <p:cNvSpPr>
            <a:spLocks noGrp="1"/>
          </p:cNvSpPr>
          <p:nvPr>
            <p:ph type="sldNum" sz="quarter" idx="12"/>
          </p:nvPr>
        </p:nvSpPr>
        <p:spPr>
          <a:xfrm>
            <a:off x="8410575" y="6556375"/>
            <a:ext cx="503238" cy="301625"/>
          </a:xfrm>
        </p:spPr>
        <p:txBody>
          <a:bodyPr/>
          <a:lstStyle>
            <a:lvl1pPr>
              <a:defRPr sz="900" smtClean="0"/>
            </a:lvl1pPr>
          </a:lstStyle>
          <a:p>
            <a:pPr>
              <a:defRPr/>
            </a:pPr>
            <a:fld id="{440ABA33-54DA-4779-A65A-2614F18EF79C}"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 calcmode="lin" valueType="num">
                                      <p:cBhvr additive="base">
                                        <p:cTn id="21"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0" end="0"/>
                                            </p:txEl>
                                          </p:spTgt>
                                        </p:tgtEl>
                                        <p:attrNameLst>
                                          <p:attrName>style.visibility</p:attrName>
                                        </p:attrNameLst>
                                      </p:cBhvr>
                                      <p:to>
                                        <p:strVal val="visible"/>
                                      </p:to>
                                    </p:set>
                                    <p:anim calcmode="lin" valueType="num">
                                      <p:cBhvr additive="base">
                                        <p:cTn id="31"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showMasterPhAnim="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lang="en-US" smtClean="0"/>
              <a:t>Click to edit Master title style</a:t>
            </a:r>
            <a:endParaRPr lang="en-US"/>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normAutofit/>
          </a:bodyPr>
          <a:lstStyle>
            <a:lvl1pPr marL="0" indent="0">
              <a:buNone/>
              <a:defRPr sz="3200"/>
            </a:lvl1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a:r>
              <a:rPr lang="en-US" smtClean="0"/>
              <a:t>Click to edit Master text styles</a:t>
            </a:r>
          </a:p>
        </p:txBody>
      </p:sp>
      <p:sp>
        <p:nvSpPr>
          <p:cNvPr id="5" name="Date Placeholder 4"/>
          <p:cNvSpPr>
            <a:spLocks noGrp="1"/>
          </p:cNvSpPr>
          <p:nvPr>
            <p:ph type="dt" sz="half" idx="10"/>
          </p:nvPr>
        </p:nvSpPr>
        <p:spPr>
          <a:xfrm>
            <a:off x="6108700" y="6556375"/>
            <a:ext cx="2101850" cy="301625"/>
          </a:xfrm>
        </p:spPr>
        <p:txBody>
          <a:bodyPr/>
          <a:lstStyle>
            <a:lvl1pPr>
              <a:defRPr sz="900"/>
            </a:lvl1pPr>
          </a:lstStyle>
          <a:p>
            <a:pPr>
              <a:defRPr/>
            </a:pPr>
            <a:endParaRPr lang="en-US"/>
          </a:p>
        </p:txBody>
      </p:sp>
      <p:sp>
        <p:nvSpPr>
          <p:cNvPr id="6" name="Footer Placeholder 5"/>
          <p:cNvSpPr>
            <a:spLocks noGrp="1"/>
          </p:cNvSpPr>
          <p:nvPr>
            <p:ph type="ftr" sz="quarter" idx="11"/>
          </p:nvPr>
        </p:nvSpPr>
        <p:spPr>
          <a:xfrm>
            <a:off x="1169988" y="6557963"/>
            <a:ext cx="4948237" cy="301625"/>
          </a:xfrm>
        </p:spPr>
        <p:txBody>
          <a:bodyPr/>
          <a:lstStyle>
            <a:lvl1pPr>
              <a:defRPr sz="900" smtClean="0"/>
            </a:lvl1pPr>
          </a:lstStyle>
          <a:p>
            <a:pPr>
              <a:defRPr/>
            </a:pPr>
            <a:r>
              <a:rPr lang="en-US" smtClean="0"/>
              <a:t>Copyright © 2015 Pearson Education, Inc. Publishing as Prentice Hall</a:t>
            </a:r>
            <a:endParaRPr lang="en-US"/>
          </a:p>
        </p:txBody>
      </p:sp>
      <p:sp>
        <p:nvSpPr>
          <p:cNvPr id="7" name="Slide Number Placeholder 6"/>
          <p:cNvSpPr>
            <a:spLocks noGrp="1"/>
          </p:cNvSpPr>
          <p:nvPr>
            <p:ph type="sldNum" sz="quarter" idx="12"/>
          </p:nvPr>
        </p:nvSpPr>
        <p:spPr>
          <a:xfrm>
            <a:off x="8216900" y="6556375"/>
            <a:ext cx="366713" cy="301625"/>
          </a:xfrm>
        </p:spPr>
        <p:txBody>
          <a:bodyPr/>
          <a:lstStyle>
            <a:lvl1pPr algn="ctr">
              <a:defRPr sz="900" smtClean="0"/>
            </a:lvl1pPr>
          </a:lstStyle>
          <a:p>
            <a:pPr>
              <a:defRPr/>
            </a:pPr>
            <a:fld id="{EA85E357-7B8E-4F1F-BB27-6242F33D8113}"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autoUpdateAnimBg="0"/>
      <p:bldP spid="4" grpId="0" build="p" bldLvl="3" autoUpdateAnimBg="0"/>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3D16E5FC-B3B5-429F-B6FF-5357AC2809A0}"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381000"/>
            <a:ext cx="62484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13"/>
          <p:cNvSpPr>
            <a:spLocks noGrp="1"/>
          </p:cNvSpPr>
          <p:nvPr>
            <p:ph type="dt" sz="half" idx="10"/>
          </p:nvPr>
        </p:nvSpPr>
        <p:spPr/>
        <p:txBody>
          <a:bodyPr/>
          <a:lstStyle>
            <a:lvl1pPr>
              <a:defRPr/>
            </a:lvl1pPr>
          </a:lstStyle>
          <a:p>
            <a:pPr>
              <a:defRPr/>
            </a:pPr>
            <a:endParaRPr lang="en-US"/>
          </a:p>
        </p:txBody>
      </p:sp>
      <p:sp>
        <p:nvSpPr>
          <p:cNvPr id="5" name="Footer Placeholder 2"/>
          <p:cNvSpPr>
            <a:spLocks noGrp="1"/>
          </p:cNvSpPr>
          <p:nvPr>
            <p:ph type="ftr" sz="quarter" idx="11"/>
          </p:nvPr>
        </p:nvSpPr>
        <p:spPr/>
        <p:txBody>
          <a:bodyPr/>
          <a:lstStyle>
            <a:lvl1pPr>
              <a:defRPr/>
            </a:lvl1pPr>
          </a:lstStyle>
          <a:p>
            <a:pPr>
              <a:defRPr/>
            </a:pPr>
            <a:r>
              <a:rPr lang="en-US" dirty="0" smtClean="0"/>
              <a:t>Copyright © 2015 Pearson Education, Inc. Publishing as Prentice Hall</a:t>
            </a:r>
            <a:endParaRPr lang="en-US" dirty="0"/>
          </a:p>
        </p:txBody>
      </p:sp>
      <p:sp>
        <p:nvSpPr>
          <p:cNvPr id="6" name="Slide Number Placeholder 22"/>
          <p:cNvSpPr>
            <a:spLocks noGrp="1"/>
          </p:cNvSpPr>
          <p:nvPr>
            <p:ph type="sldNum" sz="quarter" idx="12"/>
          </p:nvPr>
        </p:nvSpPr>
        <p:spPr/>
        <p:txBody>
          <a:bodyPr/>
          <a:lstStyle>
            <a:lvl1pPr>
              <a:defRPr/>
            </a:lvl1pPr>
          </a:lstStyle>
          <a:p>
            <a:pPr>
              <a:defRPr/>
            </a:pPr>
            <a:fld id="{4F2EB864-3A20-4512-988A-1AB9903EB054}" type="slidenum">
              <a:rPr lang="en-US"/>
              <a:pPr>
                <a:defRPr/>
              </a:pPr>
              <a:t>‹#›</a:t>
            </a:fld>
            <a:endParaRPr lang="en-US"/>
          </a:p>
        </p:txBody>
      </p:sp>
    </p:spTree>
  </p:cSld>
  <p:clrMapOvr>
    <a:masterClrMapping/>
  </p:clrMapOvr>
  <p:transition>
    <p:zoom/>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6350" y="14288"/>
            <a:ext cx="9131300" cy="6837362"/>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p:cNvCxnSpPr/>
          <p:nvPr/>
        </p:nvCxnSpPr>
        <p:spPr>
          <a:xfrm>
            <a:off x="0" y="6350"/>
            <a:ext cx="9137650" cy="6845300"/>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9063" y="4948238"/>
            <a:ext cx="2673350" cy="1900237"/>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8288"/>
            <a:ext cx="8229600" cy="1398587"/>
          </a:xfrm>
          <a:prstGeom prst="rect">
            <a:avLst/>
          </a:prstGeom>
        </p:spPr>
        <p:txBody>
          <a:bodyPr vert="horz" anchor="ctr">
            <a:normAutofit/>
          </a:bodyPr>
          <a:lstStyle/>
          <a:p>
            <a:r>
              <a:rPr lang="en-US" smtClean="0"/>
              <a:t>Click to edit Master title style</a:t>
            </a:r>
            <a:endParaRPr lang="en-US"/>
          </a:p>
        </p:txBody>
      </p:sp>
      <p:sp>
        <p:nvSpPr>
          <p:cNvPr id="13" name="Text Placeholder 12"/>
          <p:cNvSpPr>
            <a:spLocks noGrp="1"/>
          </p:cNvSpPr>
          <p:nvPr>
            <p:ph type="body" idx="1"/>
          </p:nvPr>
        </p:nvSpPr>
        <p:spPr bwMode="auto">
          <a:xfrm>
            <a:off x="457200" y="1882775"/>
            <a:ext cx="8229600" cy="4572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4" name="Date Placeholder 13"/>
          <p:cNvSpPr>
            <a:spLocks noGrp="1"/>
          </p:cNvSpPr>
          <p:nvPr>
            <p:ph type="dt" sz="half" idx="2"/>
          </p:nvPr>
        </p:nvSpPr>
        <p:spPr>
          <a:xfrm>
            <a:off x="4791075" y="6481763"/>
            <a:ext cx="2133600" cy="301625"/>
          </a:xfrm>
          <a:prstGeom prst="rect">
            <a:avLst/>
          </a:prstGeom>
        </p:spPr>
        <p:txBody>
          <a:bodyPr vert="horz" anchor="b"/>
          <a:lstStyle>
            <a:lvl1pPr algn="l" eaLnBrk="1" latinLnBrk="0" hangingPunct="1">
              <a:defRPr kumimoji="0" sz="1000" b="0">
                <a:solidFill>
                  <a:schemeClr val="tx1"/>
                </a:solidFill>
                <a:cs typeface="+mn-cs"/>
              </a:defRPr>
            </a:lvl1pPr>
          </a:lstStyle>
          <a:p>
            <a:pPr>
              <a:defRPr/>
            </a:pPr>
            <a:endParaRPr lang="en-US"/>
          </a:p>
        </p:txBody>
      </p:sp>
      <p:sp>
        <p:nvSpPr>
          <p:cNvPr id="3" name="Footer Placeholder 2"/>
          <p:cNvSpPr>
            <a:spLocks noGrp="1"/>
          </p:cNvSpPr>
          <p:nvPr>
            <p:ph type="ftr" sz="quarter" idx="3"/>
          </p:nvPr>
        </p:nvSpPr>
        <p:spPr>
          <a:xfrm>
            <a:off x="457200" y="6481763"/>
            <a:ext cx="4259263" cy="301625"/>
          </a:xfrm>
          <a:prstGeom prst="rect">
            <a:avLst/>
          </a:prstGeom>
        </p:spPr>
        <p:txBody>
          <a:bodyPr vert="horz" anchor="b"/>
          <a:lstStyle>
            <a:lvl1pPr algn="r" eaLnBrk="1" latinLnBrk="0" hangingPunct="1">
              <a:defRPr kumimoji="0" sz="1000" smtClean="0">
                <a:solidFill>
                  <a:schemeClr val="tx1"/>
                </a:solidFill>
                <a:cs typeface="+mn-cs"/>
              </a:defRPr>
            </a:lvl1pPr>
          </a:lstStyle>
          <a:p>
            <a:pPr>
              <a:defRPr/>
            </a:pPr>
            <a:r>
              <a:rPr lang="en-US" smtClean="0"/>
              <a:t>Copyright © 2015 Pearson Education, Inc. Publishing as Prentice Hall</a:t>
            </a:r>
            <a:endParaRPr lang="en-US" dirty="0"/>
          </a:p>
        </p:txBody>
      </p:sp>
      <p:sp>
        <p:nvSpPr>
          <p:cNvPr id="23" name="Slide Number Placeholder 22"/>
          <p:cNvSpPr>
            <a:spLocks noGrp="1"/>
          </p:cNvSpPr>
          <p:nvPr>
            <p:ph type="sldNum" sz="quarter" idx="4"/>
          </p:nvPr>
        </p:nvSpPr>
        <p:spPr>
          <a:xfrm>
            <a:off x="7589838" y="6481763"/>
            <a:ext cx="503237" cy="301625"/>
          </a:xfrm>
          <a:prstGeom prst="rect">
            <a:avLst/>
          </a:prstGeom>
        </p:spPr>
        <p:txBody>
          <a:bodyPr vert="horz" anchor="b"/>
          <a:lstStyle>
            <a:lvl1pPr algn="ctr" eaLnBrk="1" latinLnBrk="0" hangingPunct="1">
              <a:defRPr kumimoji="0" sz="1200" smtClean="0">
                <a:solidFill>
                  <a:schemeClr val="tx1"/>
                </a:solidFill>
                <a:cs typeface="+mn-cs"/>
              </a:defRPr>
            </a:lvl1pPr>
          </a:lstStyle>
          <a:p>
            <a:pPr>
              <a:defRPr/>
            </a:pPr>
            <a:fld id="{4D241FFF-C9CA-44C5-A107-0E136B0A5AB4}" type="slidenum">
              <a:rPr lang="en-US"/>
              <a:pPr>
                <a:defRPr/>
              </a:pPr>
              <a:t>‹#›</a:t>
            </a:fld>
            <a:endParaRPr lang="en-US"/>
          </a:p>
        </p:txBody>
      </p:sp>
      <p:sp>
        <p:nvSpPr>
          <p:cNvPr id="15" name="Text Box 1047"/>
          <p:cNvSpPr txBox="1">
            <a:spLocks noChangeArrowheads="1"/>
          </p:cNvSpPr>
          <p:nvPr userDrawn="1"/>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endParaRPr lang="en-US" sz="1600" smtClean="0">
              <a:solidFill>
                <a:schemeClr val="tx1"/>
              </a:solidFill>
              <a:cs typeface="+mn-cs"/>
            </a:endParaRPr>
          </a:p>
        </p:txBody>
      </p:sp>
    </p:spTree>
  </p:cSld>
  <p:clrMap bg1="dk1" tx1="lt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57" r:id="rId6"/>
    <p:sldLayoutId id="2147483665" r:id="rId7"/>
    <p:sldLayoutId id="2147483666" r:id="rId8"/>
    <p:sldLayoutId id="2147483667" r:id="rId9"/>
    <p:sldLayoutId id="2147483658" r:id="rId10"/>
    <p:sldLayoutId id="2147483659" r:id="rId11"/>
  </p:sldLayoutIdLst>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anim calcmode="lin" valueType="num">
                                      <p:cBhvr additive="base">
                                        <p:cTn id="13"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 calcmode="lin" valueType="num">
                                      <p:cBhvr additive="base">
                                        <p:cTn id="17"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3">
                                            <p:txEl>
                                              <p:pRg st="3" end="3"/>
                                            </p:txEl>
                                          </p:spTgt>
                                        </p:tgtEl>
                                        <p:attrNameLst>
                                          <p:attrName>style.visibility</p:attrName>
                                        </p:attrNameLst>
                                      </p:cBhvr>
                                      <p:to>
                                        <p:strVal val="visible"/>
                                      </p:to>
                                    </p:set>
                                    <p:anim calcmode="lin" valueType="num">
                                      <p:cBhvr additive="base">
                                        <p:cTn id="21"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3">
                                            <p:txEl>
                                              <p:pRg st="4" end="4"/>
                                            </p:txEl>
                                          </p:spTgt>
                                        </p:tgtEl>
                                        <p:attrNameLst>
                                          <p:attrName>style.visibility</p:attrName>
                                        </p:attrNameLst>
                                      </p:cBhvr>
                                      <p:to>
                                        <p:strVal val="visible"/>
                                      </p:to>
                                    </p:set>
                                    <p:anim calcmode="lin" valueType="num">
                                      <p:cBhvr additive="base">
                                        <p:cTn id="25"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bldLvl="3" autoUpdateAnimBg="0"/>
    </p:bldLst>
  </p:timing>
  <p:hf sldNum="0" hdr="0" dt="0"/>
  <p:txStyles>
    <p:titleStyle>
      <a:lvl1pPr marL="484188" algn="l" rtl="0" fontAlgn="base">
        <a:spcBef>
          <a:spcPct val="0"/>
        </a:spcBef>
        <a:spcAft>
          <a:spcPct val="0"/>
        </a:spcAft>
        <a:defRPr sz="4200" kern="1200">
          <a:ln w="6350">
            <a:solidFill>
              <a:schemeClr val="accent1">
                <a:shade val="43000"/>
              </a:schemeClr>
            </a:solidFill>
          </a:ln>
          <a:solidFill>
            <a:srgbClr val="FF5C9C"/>
          </a:solidFill>
          <a:effectLst>
            <a:outerShdw blurRad="26000" dist="26000" dir="14500000" algn="tl" rotWithShape="0">
              <a:srgbClr val="000000">
                <a:alpha val="40000"/>
              </a:srgbClr>
            </a:outerShdw>
          </a:effectLst>
          <a:latin typeface="+mj-lt"/>
          <a:ea typeface="+mj-ea"/>
          <a:cs typeface="+mj-cs"/>
        </a:defRPr>
      </a:lvl1pPr>
      <a:lvl2pPr marL="484188" algn="l" rtl="0" fontAlgn="base">
        <a:spcBef>
          <a:spcPct val="0"/>
        </a:spcBef>
        <a:spcAft>
          <a:spcPct val="0"/>
        </a:spcAft>
        <a:defRPr sz="4200">
          <a:solidFill>
            <a:srgbClr val="FF5C9C"/>
          </a:solidFill>
          <a:latin typeface="Century Gothic" pitchFamily="34" charset="0"/>
        </a:defRPr>
      </a:lvl2pPr>
      <a:lvl3pPr marL="484188" algn="l" rtl="0" fontAlgn="base">
        <a:spcBef>
          <a:spcPct val="0"/>
        </a:spcBef>
        <a:spcAft>
          <a:spcPct val="0"/>
        </a:spcAft>
        <a:defRPr sz="4200">
          <a:solidFill>
            <a:srgbClr val="FF5C9C"/>
          </a:solidFill>
          <a:latin typeface="Century Gothic" pitchFamily="34" charset="0"/>
        </a:defRPr>
      </a:lvl3pPr>
      <a:lvl4pPr marL="484188" algn="l" rtl="0" fontAlgn="base">
        <a:spcBef>
          <a:spcPct val="0"/>
        </a:spcBef>
        <a:spcAft>
          <a:spcPct val="0"/>
        </a:spcAft>
        <a:defRPr sz="4200">
          <a:solidFill>
            <a:srgbClr val="FF5C9C"/>
          </a:solidFill>
          <a:latin typeface="Century Gothic" pitchFamily="34" charset="0"/>
        </a:defRPr>
      </a:lvl4pPr>
      <a:lvl5pPr marL="484188" algn="l" rtl="0" fontAlgn="base">
        <a:spcBef>
          <a:spcPct val="0"/>
        </a:spcBef>
        <a:spcAft>
          <a:spcPct val="0"/>
        </a:spcAft>
        <a:defRPr sz="4200">
          <a:solidFill>
            <a:srgbClr val="FF5C9C"/>
          </a:solidFill>
          <a:latin typeface="Century Gothic" pitchFamily="34" charset="0"/>
        </a:defRPr>
      </a:lvl5pPr>
      <a:lvl6pPr marL="941388" algn="l" rtl="0" fontAlgn="base">
        <a:spcBef>
          <a:spcPct val="0"/>
        </a:spcBef>
        <a:spcAft>
          <a:spcPct val="0"/>
        </a:spcAft>
        <a:defRPr sz="4200">
          <a:solidFill>
            <a:srgbClr val="FF5C9C"/>
          </a:solidFill>
          <a:latin typeface="Century Gothic" pitchFamily="34" charset="0"/>
        </a:defRPr>
      </a:lvl6pPr>
      <a:lvl7pPr marL="1398588" algn="l" rtl="0" fontAlgn="base">
        <a:spcBef>
          <a:spcPct val="0"/>
        </a:spcBef>
        <a:spcAft>
          <a:spcPct val="0"/>
        </a:spcAft>
        <a:defRPr sz="4200">
          <a:solidFill>
            <a:srgbClr val="FF5C9C"/>
          </a:solidFill>
          <a:latin typeface="Century Gothic" pitchFamily="34" charset="0"/>
        </a:defRPr>
      </a:lvl7pPr>
      <a:lvl8pPr marL="1855788" algn="l" rtl="0" fontAlgn="base">
        <a:spcBef>
          <a:spcPct val="0"/>
        </a:spcBef>
        <a:spcAft>
          <a:spcPct val="0"/>
        </a:spcAft>
        <a:defRPr sz="4200">
          <a:solidFill>
            <a:srgbClr val="FF5C9C"/>
          </a:solidFill>
          <a:latin typeface="Century Gothic" pitchFamily="34" charset="0"/>
        </a:defRPr>
      </a:lvl8pPr>
      <a:lvl9pPr marL="2312988" algn="l" rtl="0" fontAlgn="base">
        <a:spcBef>
          <a:spcPct val="0"/>
        </a:spcBef>
        <a:spcAft>
          <a:spcPct val="0"/>
        </a:spcAft>
        <a:defRPr sz="4200">
          <a:solidFill>
            <a:srgbClr val="FF5C9C"/>
          </a:solidFill>
          <a:latin typeface="Century Gothic" pitchFamily="34" charset="0"/>
        </a:defRPr>
      </a:lvl9pPr>
    </p:titleStyle>
    <p:bodyStyle>
      <a:lvl1pPr marL="447675" indent="-382588" algn="l" rtl="0" fontAlgn="base">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822325" indent="-285750" algn="l" rtl="0" fontAlgn="base">
        <a:spcBef>
          <a:spcPct val="20000"/>
        </a:spcBef>
        <a:spcAft>
          <a:spcPct val="0"/>
        </a:spcAft>
        <a:buClr>
          <a:schemeClr val="accent1"/>
        </a:buClr>
        <a:buSzPct val="95000"/>
        <a:buFont typeface="Verdana" pitchFamily="34" charset="0"/>
        <a:buChar char="›"/>
        <a:defRPr sz="2600" kern="1200">
          <a:solidFill>
            <a:schemeClr val="tx1"/>
          </a:solidFill>
          <a:latin typeface="+mn-lt"/>
          <a:ea typeface="+mn-ea"/>
          <a:cs typeface="+mn-cs"/>
        </a:defRPr>
      </a:lvl2pPr>
      <a:lvl3pPr marL="1104900" indent="-228600" algn="l" rtl="0" fontAlgn="base">
        <a:spcBef>
          <a:spcPct val="20000"/>
        </a:spcBef>
        <a:spcAft>
          <a:spcPct val="0"/>
        </a:spcAft>
        <a:buClr>
          <a:schemeClr val="accent1"/>
        </a:buClr>
        <a:buFont typeface="Wingdings 2" pitchFamily="18" charset="2"/>
        <a:buChar char=""/>
        <a:defRPr sz="2400" kern="1200">
          <a:solidFill>
            <a:schemeClr val="tx1"/>
          </a:solidFill>
          <a:latin typeface="+mn-lt"/>
          <a:ea typeface="+mn-ea"/>
          <a:cs typeface="+mn-cs"/>
        </a:defRPr>
      </a:lvl3pPr>
      <a:lvl4pPr marL="1371600" indent="-209550" algn="l" rtl="0" fontAlgn="base">
        <a:spcBef>
          <a:spcPct val="20000"/>
        </a:spcBef>
        <a:spcAft>
          <a:spcPct val="0"/>
        </a:spcAft>
        <a:buClr>
          <a:schemeClr val="accent1"/>
        </a:buClr>
        <a:buFont typeface="Wingdings 2" pitchFamily="18" charset="2"/>
        <a:buChar char=""/>
        <a:defRPr sz="2000" kern="1200">
          <a:solidFill>
            <a:schemeClr val="tx1"/>
          </a:solidFill>
          <a:latin typeface="+mn-lt"/>
          <a:ea typeface="+mn-ea"/>
          <a:cs typeface="+mn-cs"/>
        </a:defRPr>
      </a:lvl4pPr>
      <a:lvl5pPr marL="1600200" indent="-209550" algn="l" rtl="0" fontAlgn="base">
        <a:spcBef>
          <a:spcPct val="20000"/>
        </a:spcBef>
        <a:spcAft>
          <a:spcPct val="0"/>
        </a:spcAft>
        <a:buClr>
          <a:srgbClr val="FF90B2"/>
        </a:buClr>
        <a:buFont typeface="Wingdings 2" pitchFamily="18" charset="2"/>
        <a:buChar char=""/>
        <a:defRPr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cid:3287383400_21775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ctrTitle"/>
          </p:nvPr>
        </p:nvSpPr>
        <p:spPr>
          <a:xfrm>
            <a:off x="914400" y="990600"/>
            <a:ext cx="7772400" cy="2590800"/>
          </a:xfrm>
        </p:spPr>
        <p:txBody>
          <a:bodyPr>
            <a:normAutofit fontScale="90000"/>
          </a:bodyPr>
          <a:lstStyle/>
          <a:p>
            <a:pPr marL="484632" fontAlgn="auto">
              <a:spcAft>
                <a:spcPts val="0"/>
              </a:spcAft>
              <a:defRPr/>
            </a:pPr>
            <a:r>
              <a:rPr lang="en-US" sz="4000" b="1" dirty="0" smtClean="0">
                <a:solidFill>
                  <a:schemeClr val="accent1">
                    <a:tint val="83000"/>
                    <a:satMod val="150000"/>
                  </a:schemeClr>
                </a:solidFill>
              </a:rPr>
              <a:t>Essentials of</a:t>
            </a:r>
            <a:br>
              <a:rPr lang="en-US" sz="4000" b="1" dirty="0" smtClean="0">
                <a:solidFill>
                  <a:schemeClr val="accent1">
                    <a:tint val="83000"/>
                    <a:satMod val="150000"/>
                  </a:schemeClr>
                </a:solidFill>
              </a:rPr>
            </a:br>
            <a:r>
              <a:rPr lang="en-US" sz="4000" b="1" dirty="0" smtClean="0">
                <a:solidFill>
                  <a:schemeClr val="accent1">
                    <a:tint val="83000"/>
                    <a:satMod val="150000"/>
                  </a:schemeClr>
                </a:solidFill>
              </a:rPr>
              <a:t>Systems Analysis and Design</a:t>
            </a:r>
            <a:br>
              <a:rPr lang="en-US" sz="4000" b="1" dirty="0" smtClean="0">
                <a:solidFill>
                  <a:schemeClr val="accent1">
                    <a:tint val="83000"/>
                    <a:satMod val="150000"/>
                  </a:schemeClr>
                </a:solidFill>
              </a:rPr>
            </a:br>
            <a:r>
              <a:rPr lang="en-US" sz="3600" b="1" dirty="0" smtClean="0">
                <a:solidFill>
                  <a:schemeClr val="accent1">
                    <a:tint val="83000"/>
                    <a:satMod val="150000"/>
                  </a:schemeClr>
                </a:solidFill>
              </a:rPr>
              <a:t>Sixth Edition</a:t>
            </a:r>
            <a:br>
              <a:rPr lang="en-US" sz="3600" b="1" dirty="0" smtClean="0">
                <a:solidFill>
                  <a:schemeClr val="accent1">
                    <a:tint val="83000"/>
                    <a:satMod val="150000"/>
                  </a:schemeClr>
                </a:solidFill>
              </a:rPr>
            </a:br>
            <a:r>
              <a:rPr lang="en-US" sz="3600" b="1" dirty="0" smtClean="0">
                <a:solidFill>
                  <a:schemeClr val="accent1">
                    <a:tint val="83000"/>
                    <a:satMod val="150000"/>
                  </a:schemeClr>
                </a:solidFill>
              </a:rPr>
              <a:t> </a:t>
            </a:r>
            <a:r>
              <a:rPr lang="en-US" sz="2800" b="1" dirty="0" smtClean="0">
                <a:solidFill>
                  <a:schemeClr val="accent1">
                    <a:tint val="83000"/>
                    <a:satMod val="150000"/>
                  </a:schemeClr>
                </a:solidFill>
              </a:rPr>
              <a:t>Joseph S. </a:t>
            </a:r>
            <a:r>
              <a:rPr lang="en-US" sz="2800" b="1" dirty="0" err="1" smtClean="0">
                <a:solidFill>
                  <a:schemeClr val="accent1">
                    <a:tint val="83000"/>
                    <a:satMod val="150000"/>
                  </a:schemeClr>
                </a:solidFill>
              </a:rPr>
              <a:t>Valacich</a:t>
            </a:r>
            <a:r>
              <a:rPr lang="en-US" sz="2800" b="1" dirty="0" smtClean="0">
                <a:solidFill>
                  <a:schemeClr val="accent1">
                    <a:tint val="83000"/>
                    <a:satMod val="150000"/>
                  </a:schemeClr>
                </a:solidFill>
              </a:rPr>
              <a:t/>
            </a:r>
            <a:br>
              <a:rPr lang="en-US" sz="2800" b="1" dirty="0" smtClean="0">
                <a:solidFill>
                  <a:schemeClr val="accent1">
                    <a:tint val="83000"/>
                    <a:satMod val="150000"/>
                  </a:schemeClr>
                </a:solidFill>
              </a:rPr>
            </a:br>
            <a:r>
              <a:rPr lang="en-US" sz="2800" b="1" dirty="0" smtClean="0">
                <a:solidFill>
                  <a:schemeClr val="accent1">
                    <a:tint val="83000"/>
                    <a:satMod val="150000"/>
                  </a:schemeClr>
                </a:solidFill>
              </a:rPr>
              <a:t>Joey F. George</a:t>
            </a:r>
            <a:br>
              <a:rPr lang="en-US" sz="2800" b="1" dirty="0" smtClean="0">
                <a:solidFill>
                  <a:schemeClr val="accent1">
                    <a:tint val="83000"/>
                    <a:satMod val="150000"/>
                  </a:schemeClr>
                </a:solidFill>
              </a:rPr>
            </a:br>
            <a:r>
              <a:rPr lang="en-US" sz="2800" b="1" dirty="0" smtClean="0">
                <a:solidFill>
                  <a:schemeClr val="accent1">
                    <a:tint val="83000"/>
                    <a:satMod val="150000"/>
                  </a:schemeClr>
                </a:solidFill>
              </a:rPr>
              <a:t>Jeffrey A. Hoffer </a:t>
            </a:r>
            <a:br>
              <a:rPr lang="en-US" sz="2800" b="1" dirty="0" smtClean="0">
                <a:solidFill>
                  <a:schemeClr val="accent1">
                    <a:tint val="83000"/>
                    <a:satMod val="150000"/>
                  </a:schemeClr>
                </a:solidFill>
              </a:rPr>
            </a:br>
            <a:endParaRPr lang="en-US" sz="2800" b="1" dirty="0" smtClean="0">
              <a:solidFill>
                <a:schemeClr val="accent1">
                  <a:tint val="83000"/>
                  <a:satMod val="150000"/>
                </a:schemeClr>
              </a:solidFill>
            </a:endParaRPr>
          </a:p>
        </p:txBody>
      </p:sp>
      <p:sp>
        <p:nvSpPr>
          <p:cNvPr id="3076" name="Rectangle 3" descr="Rectangle: Click to edit Master text styles&#10;Second level&#10;Third level&#10;Fourth level&#10;Fifth level"/>
          <p:cNvSpPr>
            <a:spLocks noGrp="1" noChangeArrowheads="1"/>
          </p:cNvSpPr>
          <p:nvPr>
            <p:ph type="subTitle" idx="1"/>
          </p:nvPr>
        </p:nvSpPr>
        <p:spPr>
          <a:xfrm>
            <a:off x="1066800" y="3505200"/>
            <a:ext cx="7086600" cy="1600200"/>
          </a:xfrm>
        </p:spPr>
        <p:txBody>
          <a:bodyPr>
            <a:normAutofit lnSpcReduction="10000"/>
          </a:bodyPr>
          <a:lstStyle/>
          <a:p>
            <a:pPr algn="ctr" fontAlgn="auto">
              <a:spcAft>
                <a:spcPts val="0"/>
              </a:spcAft>
              <a:buFont typeface="Wingdings 2"/>
              <a:buNone/>
              <a:defRPr/>
            </a:pPr>
            <a:r>
              <a:rPr lang="en-US" sz="3600" b="1" dirty="0" smtClean="0"/>
              <a:t>Chapter 1 </a:t>
            </a:r>
          </a:p>
          <a:p>
            <a:pPr algn="ctr" fontAlgn="auto">
              <a:spcAft>
                <a:spcPts val="0"/>
              </a:spcAft>
              <a:buFont typeface="Wingdings 2"/>
              <a:buNone/>
              <a:defRPr/>
            </a:pPr>
            <a:r>
              <a:rPr lang="en-US" sz="3600" b="1" dirty="0" smtClean="0"/>
              <a:t>The Systems Development Environment</a:t>
            </a:r>
          </a:p>
        </p:txBody>
      </p:sp>
      <p:sp>
        <p:nvSpPr>
          <p:cNvPr id="15363" name="Rectangle 5"/>
          <p:cNvSpPr>
            <a:spLocks noGrp="1" noChangeArrowheads="1"/>
          </p:cNvSpPr>
          <p:nvPr>
            <p:ph type="ftr" sz="quarter" idx="11"/>
          </p:nvPr>
        </p:nvSpPr>
        <p:spPr bwMode="auto">
          <a:noFill/>
          <a:ln>
            <a:miter lim="800000"/>
            <a:headEnd/>
            <a:tailEnd/>
          </a:ln>
        </p:spPr>
        <p:txBody>
          <a:bodyPr wrap="square" lIns="91440" rIns="91440" numCol="1" anchorCtr="0" compatLnSpc="1">
            <a:prstTxWarp prst="textNoShape">
              <a:avLst/>
            </a:prstTxWarp>
          </a:bodyPr>
          <a:lstStyle/>
          <a:p>
            <a:r>
              <a:rPr lang="en-US" sz="1200" dirty="0">
                <a:cs typeface="Arial" charset="0"/>
              </a:rPr>
              <a:t>Copyright © </a:t>
            </a:r>
            <a:r>
              <a:rPr lang="en-US" sz="1200" dirty="0" smtClean="0">
                <a:cs typeface="Arial" charset="0"/>
              </a:rPr>
              <a:t>2015 </a:t>
            </a:r>
            <a:r>
              <a:rPr lang="en-US" sz="1200" dirty="0">
                <a:cs typeface="Arial" charset="0"/>
              </a:rPr>
              <a:t>Pearson Education, Inc. Publishing as Prentice Hall</a:t>
            </a:r>
          </a:p>
        </p:txBody>
      </p:sp>
      <p:sp>
        <p:nvSpPr>
          <p:cNvPr id="3077"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1.1</a:t>
            </a:r>
          </a:p>
        </p:txBody>
      </p:sp>
    </p:spTree>
  </p:cSld>
  <p:clrMapOvr>
    <a:masterClrMapping/>
  </p:clrMapOvr>
  <p:transition>
    <p:zo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pPr marL="484632" fontAlgn="auto">
              <a:spcAft>
                <a:spcPts val="0"/>
              </a:spcAft>
              <a:defRPr/>
            </a:pPr>
            <a:r>
              <a:rPr lang="en-US" smtClean="0">
                <a:solidFill>
                  <a:schemeClr val="accent1">
                    <a:tint val="83000"/>
                    <a:satMod val="150000"/>
                  </a:schemeClr>
                </a:solidFill>
              </a:rPr>
              <a:t>Learning Objectives</a:t>
            </a:r>
          </a:p>
        </p:txBody>
      </p:sp>
      <p:sp>
        <p:nvSpPr>
          <p:cNvPr id="1027" name="Rectangle 3" descr="Rectangle: Click to edit Master text styles&#10;Second level&#10;Third level&#10;Fourth level&#10;Fifth level"/>
          <p:cNvSpPr>
            <a:spLocks noGrp="1" noChangeArrowheads="1"/>
          </p:cNvSpPr>
          <p:nvPr>
            <p:ph idx="1"/>
          </p:nvPr>
        </p:nvSpPr>
        <p:spPr/>
        <p:txBody>
          <a:bodyPr/>
          <a:lstStyle/>
          <a:p>
            <a:pPr>
              <a:lnSpc>
                <a:spcPct val="90000"/>
              </a:lnSpc>
              <a:buClr>
                <a:srgbClr val="BA2212"/>
              </a:buClr>
              <a:buFont typeface="Wingdings" pitchFamily="2" charset="2"/>
              <a:buChar char="ü"/>
            </a:pPr>
            <a:r>
              <a:rPr lang="en-US" dirty="0" smtClean="0"/>
              <a:t>Define information systems analysis and design</a:t>
            </a:r>
          </a:p>
          <a:p>
            <a:pPr>
              <a:lnSpc>
                <a:spcPct val="90000"/>
              </a:lnSpc>
              <a:buClr>
                <a:srgbClr val="BA2212"/>
              </a:buClr>
              <a:buFont typeface="Wingdings" pitchFamily="2" charset="2"/>
              <a:buChar char="ü"/>
            </a:pPr>
            <a:r>
              <a:rPr lang="en-US" dirty="0" smtClean="0"/>
              <a:t>Describe the role of the systems analyst in information systems development</a:t>
            </a:r>
          </a:p>
          <a:p>
            <a:pPr>
              <a:lnSpc>
                <a:spcPct val="90000"/>
              </a:lnSpc>
              <a:buClr>
                <a:srgbClr val="BA2212"/>
              </a:buClr>
              <a:buFont typeface="Wingdings" pitchFamily="2" charset="2"/>
              <a:buChar char="ü"/>
            </a:pPr>
            <a:r>
              <a:rPr lang="en-US" dirty="0"/>
              <a:t>Describe the information systems development life cycle (SDLC)</a:t>
            </a:r>
          </a:p>
          <a:p>
            <a:pPr>
              <a:lnSpc>
                <a:spcPct val="90000"/>
              </a:lnSpc>
              <a:buClr>
                <a:srgbClr val="BA2212"/>
              </a:buClr>
              <a:buFont typeface="Wingdings" pitchFamily="2" charset="2"/>
              <a:buChar char="ü"/>
            </a:pPr>
            <a:endParaRPr lang="en-US" dirty="0" smtClean="0"/>
          </a:p>
        </p:txBody>
      </p:sp>
      <p:sp>
        <p:nvSpPr>
          <p:cNvPr id="1741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4101" name="Text Box 6"/>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1.2</a:t>
            </a:r>
          </a:p>
        </p:txBody>
      </p:sp>
    </p:spTree>
  </p:cSld>
  <p:clrMapOvr>
    <a:masterClrMapping/>
  </p:clrMapOvr>
  <p:transition>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 name="Rectangle 6"/>
          <p:cNvSpPr>
            <a:spLocks noGrp="1" noChangeArrowheads="1"/>
          </p:cNvSpPr>
          <p:nvPr>
            <p:ph type="title"/>
          </p:nvPr>
        </p:nvSpPr>
        <p:spPr/>
        <p:txBody>
          <a:bodyPr/>
          <a:lstStyle/>
          <a:p>
            <a:pPr marL="484632" fontAlgn="auto">
              <a:spcAft>
                <a:spcPts val="0"/>
              </a:spcAft>
              <a:defRPr/>
            </a:pPr>
            <a:r>
              <a:rPr lang="en-US" sz="4000" smtClean="0">
                <a:solidFill>
                  <a:schemeClr val="accent1">
                    <a:tint val="83000"/>
                    <a:satMod val="150000"/>
                  </a:schemeClr>
                </a:solidFill>
              </a:rPr>
              <a:t>Learning Objectives (continued)</a:t>
            </a:r>
          </a:p>
        </p:txBody>
      </p:sp>
      <p:sp>
        <p:nvSpPr>
          <p:cNvPr id="46087" name="Rectangle 7" descr="Rectangle: Click to edit Master text styles&#10;Second level&#10;Third level&#10;Fourth level&#10;Fifth level"/>
          <p:cNvSpPr>
            <a:spLocks noGrp="1" noChangeArrowheads="1"/>
          </p:cNvSpPr>
          <p:nvPr>
            <p:ph idx="1"/>
          </p:nvPr>
        </p:nvSpPr>
        <p:spPr/>
        <p:txBody>
          <a:bodyPr>
            <a:normAutofit/>
          </a:bodyPr>
          <a:lstStyle/>
          <a:p>
            <a:pPr marL="448056" indent="-384048" fontAlgn="auto">
              <a:spcAft>
                <a:spcPts val="0"/>
              </a:spcAft>
              <a:buClr>
                <a:srgbClr val="BA2212"/>
              </a:buClr>
              <a:buSzTx/>
              <a:buFont typeface="Wingdings" pitchFamily="2" charset="2"/>
              <a:buChar char="ü"/>
              <a:defRPr/>
            </a:pPr>
            <a:r>
              <a:rPr lang="en-US" dirty="0" smtClean="0"/>
              <a:t>List alternatives to the systems development life cycle, including a description of the role of computer aided software engineering (CASE) tools in systems development</a:t>
            </a:r>
          </a:p>
          <a:p>
            <a:pPr marL="0" indent="0" fontAlgn="auto">
              <a:spcAft>
                <a:spcPts val="0"/>
              </a:spcAft>
              <a:buClr>
                <a:srgbClr val="BA2212"/>
              </a:buClr>
              <a:buSzTx/>
              <a:buFont typeface="Wingdings" pitchFamily="2" charset="2"/>
              <a:buNone/>
              <a:defRPr/>
            </a:pPr>
            <a:endParaRPr lang="en-US" dirty="0" smtClean="0"/>
          </a:p>
        </p:txBody>
      </p:sp>
      <p:sp>
        <p:nvSpPr>
          <p:cNvPr id="184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5125" name="Text Box 5"/>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1.3</a:t>
            </a:r>
          </a:p>
        </p:txBody>
      </p:sp>
    </p:spTree>
  </p:cSld>
  <p:clrMapOvr>
    <a:masterClrMapping/>
  </p:clrMapOvr>
  <p:transition>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marL="484632" fontAlgn="auto">
              <a:spcAft>
                <a:spcPts val="0"/>
              </a:spcAft>
              <a:defRPr/>
            </a:pPr>
            <a:r>
              <a:rPr lang="en-US" smtClean="0">
                <a:solidFill>
                  <a:schemeClr val="accent1">
                    <a:tint val="83000"/>
                    <a:satMod val="150000"/>
                  </a:schemeClr>
                </a:solidFill>
              </a:rPr>
              <a:t>Chapter Preview</a:t>
            </a:r>
          </a:p>
        </p:txBody>
      </p:sp>
      <p:sp>
        <p:nvSpPr>
          <p:cNvPr id="19458" name="Rectangle 3" descr="Rectangle: Click to edit Master text styles&#10;Second level&#10;Third level&#10;Fourth level&#10;Fifth level"/>
          <p:cNvSpPr>
            <a:spLocks noGrp="1" noChangeArrowheads="1"/>
          </p:cNvSpPr>
          <p:nvPr>
            <p:ph idx="1"/>
          </p:nvPr>
        </p:nvSpPr>
        <p:spPr/>
        <p:txBody>
          <a:bodyPr/>
          <a:lstStyle/>
          <a:p>
            <a:r>
              <a:rPr lang="en-US" smtClean="0"/>
              <a:t>Systems Analysis is a proven method to help a business utilize information to its fullest capacity</a:t>
            </a:r>
          </a:p>
          <a:p>
            <a:r>
              <a:rPr lang="en-US" smtClean="0"/>
              <a:t>Systems Development Life Cycle (SDLC) </a:t>
            </a:r>
          </a:p>
          <a:p>
            <a:pPr lvl="1"/>
            <a:r>
              <a:rPr lang="en-US" smtClean="0"/>
              <a:t>Central to Information Systems Development</a:t>
            </a:r>
          </a:p>
        </p:txBody>
      </p:sp>
      <p:sp>
        <p:nvSpPr>
          <p:cNvPr id="194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6149"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1.5</a:t>
            </a:r>
          </a:p>
        </p:txBody>
      </p:sp>
    </p:spTree>
  </p:cSld>
  <p:clrMapOvr>
    <a:masterClrMapping/>
  </p:clrMapOvr>
  <p:transition>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pPr marL="484632" fontAlgn="auto">
              <a:spcAft>
                <a:spcPts val="0"/>
              </a:spcAft>
              <a:defRPr/>
            </a:pPr>
            <a:r>
              <a:rPr lang="en-US" smtClean="0">
                <a:solidFill>
                  <a:schemeClr val="accent1">
                    <a:tint val="83000"/>
                    <a:satMod val="150000"/>
                  </a:schemeClr>
                </a:solidFill>
              </a:rPr>
              <a:t>What is Information Systems Analysis and Design?</a:t>
            </a:r>
          </a:p>
        </p:txBody>
      </p:sp>
      <p:sp>
        <p:nvSpPr>
          <p:cNvPr id="20482" name="Rectangle 3" descr="Rectangle: Click to edit Master text styles&#10;Second level&#10;Third level&#10;Fourth level&#10;Fifth level"/>
          <p:cNvSpPr>
            <a:spLocks noGrp="1" noChangeArrowheads="1"/>
          </p:cNvSpPr>
          <p:nvPr>
            <p:ph idx="1"/>
          </p:nvPr>
        </p:nvSpPr>
        <p:spPr/>
        <p:txBody>
          <a:bodyPr/>
          <a:lstStyle/>
          <a:p>
            <a:pPr>
              <a:lnSpc>
                <a:spcPct val="90000"/>
              </a:lnSpc>
            </a:pPr>
            <a:r>
              <a:rPr lang="en-US" smtClean="0"/>
              <a:t>A method used by companies to create and maintain systems that perform basic business functions</a:t>
            </a:r>
          </a:p>
          <a:p>
            <a:pPr>
              <a:lnSpc>
                <a:spcPct val="90000"/>
              </a:lnSpc>
            </a:pPr>
            <a:r>
              <a:rPr lang="en-US" smtClean="0"/>
              <a:t>Main goal is to improve employee efficiency by applying software solutions to key business tasks</a:t>
            </a:r>
          </a:p>
          <a:p>
            <a:pPr>
              <a:lnSpc>
                <a:spcPct val="90000"/>
              </a:lnSpc>
            </a:pPr>
            <a:r>
              <a:rPr lang="en-US" smtClean="0"/>
              <a:t>A structured approach must be used in order to ensure success</a:t>
            </a:r>
          </a:p>
        </p:txBody>
      </p:sp>
      <p:sp>
        <p:nvSpPr>
          <p:cNvPr id="204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7173"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1.6</a:t>
            </a:r>
          </a:p>
        </p:txBody>
      </p:sp>
    </p:spTree>
  </p:cSld>
  <p:clrMapOvr>
    <a:masterClrMapping/>
  </p:clrMapOvr>
  <p:transition>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609600" y="304800"/>
            <a:ext cx="7772400" cy="1219200"/>
          </a:xfrm>
        </p:spPr>
        <p:txBody>
          <a:bodyPr>
            <a:normAutofit fontScale="90000"/>
          </a:bodyPr>
          <a:lstStyle/>
          <a:p>
            <a:pPr marL="484632" fontAlgn="auto">
              <a:spcAft>
                <a:spcPts val="0"/>
              </a:spcAft>
              <a:defRPr/>
            </a:pPr>
            <a:r>
              <a:rPr lang="en-US" sz="4000" smtClean="0">
                <a:solidFill>
                  <a:schemeClr val="accent1">
                    <a:tint val="83000"/>
                    <a:satMod val="150000"/>
                  </a:schemeClr>
                </a:solidFill>
              </a:rPr>
              <a:t>What is Information Systems Analysis and Design? (continued)</a:t>
            </a:r>
          </a:p>
        </p:txBody>
      </p:sp>
      <p:sp>
        <p:nvSpPr>
          <p:cNvPr id="21506" name="Rectangle 3" descr="Rectangle: Click to edit Master text styles&#10;Second level&#10;Third level&#10;Fourth level&#10;Fifth level"/>
          <p:cNvSpPr>
            <a:spLocks noGrp="1" noChangeArrowheads="1"/>
          </p:cNvSpPr>
          <p:nvPr>
            <p:ph idx="1"/>
          </p:nvPr>
        </p:nvSpPr>
        <p:spPr/>
        <p:txBody>
          <a:bodyPr/>
          <a:lstStyle/>
          <a:p>
            <a:pPr>
              <a:lnSpc>
                <a:spcPct val="90000"/>
              </a:lnSpc>
            </a:pPr>
            <a:r>
              <a:rPr lang="en-US" smtClean="0"/>
              <a:t>Systems Analysts perform analysis and design based upon:</a:t>
            </a:r>
          </a:p>
          <a:p>
            <a:pPr lvl="1">
              <a:lnSpc>
                <a:spcPct val="90000"/>
              </a:lnSpc>
            </a:pPr>
            <a:r>
              <a:rPr lang="en-US" smtClean="0"/>
              <a:t>Understanding of organization’s objectives, structure and processes</a:t>
            </a:r>
          </a:p>
          <a:p>
            <a:pPr lvl="1">
              <a:lnSpc>
                <a:spcPct val="90000"/>
              </a:lnSpc>
            </a:pPr>
            <a:r>
              <a:rPr lang="en-US" smtClean="0"/>
              <a:t>Knowledge of how to exploit information technology for advantage</a:t>
            </a:r>
          </a:p>
          <a:p>
            <a:pPr>
              <a:lnSpc>
                <a:spcPct val="90000"/>
              </a:lnSpc>
            </a:pPr>
            <a:r>
              <a:rPr lang="en-US" smtClean="0"/>
              <a:t>Fig 1-1 illustrates the Systems Development Life Cycle, a four-phased approach used throughout this text</a:t>
            </a:r>
          </a:p>
        </p:txBody>
      </p:sp>
      <p:sp>
        <p:nvSpPr>
          <p:cNvPr id="215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8197"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1.7</a:t>
            </a:r>
          </a:p>
        </p:txBody>
      </p:sp>
    </p:spTree>
  </p:cSld>
  <p:clrMapOvr>
    <a:masterClrMapping/>
  </p:clrMapOvr>
  <p:transition>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Content Placeholder 1" descr="Rectangle: Click to edit Master text styles&#10;Second level&#10;Third level&#10;Fourth level&#10;Fifth level"/>
          <p:cNvSpPr>
            <a:spLocks noGrp="1"/>
          </p:cNvSpPr>
          <p:nvPr>
            <p:ph idx="1"/>
          </p:nvPr>
        </p:nvSpPr>
        <p:spPr/>
        <p:txBody>
          <a:bodyPr/>
          <a:lstStyle/>
          <a:p>
            <a:pPr>
              <a:buFont typeface="Wingdings 2" pitchFamily="18" charset="2"/>
              <a:buNone/>
            </a:pPr>
            <a:endParaRPr lang="en-US" smtClean="0"/>
          </a:p>
        </p:txBody>
      </p:sp>
      <p:sp>
        <p:nvSpPr>
          <p:cNvPr id="22530"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9219" name="Text Box 9"/>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a:t>
            </a:r>
            <a:fld id="{ACF8D2A3-CCC2-4B34-835B-AAEC6710FF2E}" type="slidenum">
              <a:rPr lang="en-US" sz="1600">
                <a:solidFill>
                  <a:schemeClr val="tx1"/>
                </a:solidFill>
                <a:cs typeface="+mn-cs"/>
              </a:rPr>
              <a:pPr algn="ctr" eaLnBrk="1" hangingPunct="1">
                <a:spcBef>
                  <a:spcPct val="50000"/>
                </a:spcBef>
                <a:defRPr/>
              </a:pPr>
              <a:t>7</a:t>
            </a:fld>
            <a:endParaRPr lang="en-US" sz="1600">
              <a:solidFill>
                <a:schemeClr val="tx1"/>
              </a:solidFill>
              <a:cs typeface="+mn-cs"/>
            </a:endParaRPr>
          </a:p>
        </p:txBody>
      </p:sp>
      <p:pic>
        <p:nvPicPr>
          <p:cNvPr id="9221" name="Picture 6"/>
          <p:cNvPicPr>
            <a:picLocks noChangeAspect="1" noChangeArrowheads="1"/>
          </p:cNvPicPr>
          <p:nvPr/>
        </p:nvPicPr>
        <p:blipFill>
          <a:blip r:embed="rId2"/>
          <a:srcRect/>
          <a:stretch>
            <a:fillRect/>
          </a:stretch>
        </p:blipFill>
        <p:spPr bwMode="auto">
          <a:xfrm>
            <a:off x="914400" y="1600200"/>
            <a:ext cx="7534275" cy="3687763"/>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pPr marL="484632" fontAlgn="auto">
              <a:spcAft>
                <a:spcPts val="0"/>
              </a:spcAft>
              <a:defRPr/>
            </a:pPr>
            <a:r>
              <a:rPr lang="en-US" smtClean="0">
                <a:solidFill>
                  <a:schemeClr val="accent1">
                    <a:tint val="83000"/>
                    <a:satMod val="150000"/>
                  </a:schemeClr>
                </a:solidFill>
              </a:rPr>
              <a:t>Systems Analysis and Design: Core Concepts</a:t>
            </a:r>
          </a:p>
        </p:txBody>
      </p:sp>
      <p:sp>
        <p:nvSpPr>
          <p:cNvPr id="23554" name="Rectangle 3" descr="Rectangle: Click to edit Master text styles&#10;Second level&#10;Third level&#10;Fourth level&#10;Fifth level"/>
          <p:cNvSpPr>
            <a:spLocks noGrp="1" noChangeArrowheads="1"/>
          </p:cNvSpPr>
          <p:nvPr>
            <p:ph idx="1"/>
          </p:nvPr>
        </p:nvSpPr>
        <p:spPr/>
        <p:txBody>
          <a:bodyPr/>
          <a:lstStyle/>
          <a:p>
            <a:pPr>
              <a:lnSpc>
                <a:spcPct val="90000"/>
              </a:lnSpc>
            </a:pPr>
            <a:r>
              <a:rPr lang="en-US" smtClean="0"/>
              <a:t>Major goal: to improve organizational systems by developing or acquiring application software and training employees in its use</a:t>
            </a:r>
          </a:p>
          <a:p>
            <a:pPr>
              <a:lnSpc>
                <a:spcPct val="90000"/>
              </a:lnSpc>
            </a:pPr>
            <a:r>
              <a:rPr lang="en-US" smtClean="0"/>
              <a:t>Application software, or a system, supports organizational functions or processes</a:t>
            </a:r>
          </a:p>
        </p:txBody>
      </p:sp>
      <p:sp>
        <p:nvSpPr>
          <p:cNvPr id="2355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10245"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a:t>
            </a:r>
            <a:fld id="{2C5D92A3-FF53-40C2-BAE7-73CBB84F21D4}" type="slidenum">
              <a:rPr lang="en-US" sz="1600">
                <a:solidFill>
                  <a:schemeClr val="tx1"/>
                </a:solidFill>
                <a:cs typeface="+mn-cs"/>
              </a:rPr>
              <a:pPr algn="ctr" eaLnBrk="1" hangingPunct="1">
                <a:spcBef>
                  <a:spcPct val="50000"/>
                </a:spcBef>
                <a:defRPr/>
              </a:pPr>
              <a:t>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marL="484632" fontAlgn="auto">
              <a:spcAft>
                <a:spcPts val="0"/>
              </a:spcAft>
              <a:defRPr/>
            </a:pPr>
            <a:r>
              <a:rPr lang="en-US" smtClean="0">
                <a:solidFill>
                  <a:schemeClr val="accent1">
                    <a:tint val="83000"/>
                    <a:satMod val="150000"/>
                  </a:schemeClr>
                </a:solidFill>
              </a:rPr>
              <a:t>Systems Analysis and Design: Core Concepts (continued)</a:t>
            </a:r>
          </a:p>
        </p:txBody>
      </p:sp>
      <p:sp>
        <p:nvSpPr>
          <p:cNvPr id="24578" name="Rectangle 3" descr="Rectangle: Click to edit Master text styles&#10;Second level&#10;Third level&#10;Fourth level&#10;Fifth level"/>
          <p:cNvSpPr>
            <a:spLocks noGrp="1" noChangeArrowheads="1"/>
          </p:cNvSpPr>
          <p:nvPr>
            <p:ph idx="1"/>
          </p:nvPr>
        </p:nvSpPr>
        <p:spPr/>
        <p:txBody>
          <a:bodyPr/>
          <a:lstStyle/>
          <a:p>
            <a:pPr>
              <a:lnSpc>
                <a:spcPct val="90000"/>
              </a:lnSpc>
            </a:pPr>
            <a:r>
              <a:rPr lang="en-US" sz="2800" smtClean="0"/>
              <a:t>System: Turns data into information and includes:</a:t>
            </a:r>
          </a:p>
          <a:p>
            <a:pPr lvl="1">
              <a:lnSpc>
                <a:spcPct val="90000"/>
              </a:lnSpc>
            </a:pPr>
            <a:r>
              <a:rPr lang="en-US" sz="2400" smtClean="0"/>
              <a:t>Hardware and system software</a:t>
            </a:r>
          </a:p>
          <a:p>
            <a:pPr lvl="1">
              <a:lnSpc>
                <a:spcPct val="90000"/>
              </a:lnSpc>
            </a:pPr>
            <a:r>
              <a:rPr lang="en-US" sz="2400" smtClean="0"/>
              <a:t>Documentation and training materials</a:t>
            </a:r>
          </a:p>
          <a:p>
            <a:pPr lvl="1">
              <a:lnSpc>
                <a:spcPct val="90000"/>
              </a:lnSpc>
            </a:pPr>
            <a:r>
              <a:rPr lang="en-US" sz="2400" smtClean="0"/>
              <a:t>Job roles associated with the system</a:t>
            </a:r>
          </a:p>
          <a:p>
            <a:pPr lvl="1">
              <a:lnSpc>
                <a:spcPct val="90000"/>
              </a:lnSpc>
            </a:pPr>
            <a:r>
              <a:rPr lang="en-US" sz="2400" smtClean="0"/>
              <a:t>Controls to prevent theft or fraud</a:t>
            </a:r>
          </a:p>
          <a:p>
            <a:pPr lvl="1">
              <a:lnSpc>
                <a:spcPct val="90000"/>
              </a:lnSpc>
            </a:pPr>
            <a:r>
              <a:rPr lang="en-US" sz="2400" smtClean="0"/>
              <a:t>The people who use the software to perform their jobs</a:t>
            </a:r>
          </a:p>
          <a:p>
            <a:pPr>
              <a:lnSpc>
                <a:spcPct val="90000"/>
              </a:lnSpc>
            </a:pPr>
            <a:r>
              <a:rPr lang="en-US" sz="2800" smtClean="0"/>
              <a:t>Figure 1.2 illustrates all the components of a system</a:t>
            </a:r>
          </a:p>
        </p:txBody>
      </p:sp>
      <p:sp>
        <p:nvSpPr>
          <p:cNvPr id="2457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11269"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a:t>
            </a:r>
            <a:fld id="{6A0C40F4-6801-474B-A22C-38FC1A27206E}" type="slidenum">
              <a:rPr lang="en-US" sz="1600">
                <a:solidFill>
                  <a:schemeClr val="tx1"/>
                </a:solidFill>
                <a:cs typeface="+mn-cs"/>
              </a:rPr>
              <a:pPr algn="ctr" eaLnBrk="1" hangingPunct="1">
                <a:spcBef>
                  <a:spcPct val="50000"/>
                </a:spcBef>
                <a:defRPr/>
              </a:pPr>
              <a:t>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Footer Placeholder 2"/>
          <p:cNvSpPr>
            <a:spLocks noGrp="1"/>
          </p:cNvSpPr>
          <p:nvPr>
            <p:ph type="ftr" sz="quarter" idx="11"/>
          </p:nvPr>
        </p:nvSpPr>
        <p:spPr bwMode="auto">
          <a:xfrm>
            <a:off x="457200" y="6481763"/>
            <a:ext cx="5029200" cy="301625"/>
          </a:xfrm>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12291"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dirty="0">
                <a:solidFill>
                  <a:schemeClr val="tx1"/>
                </a:solidFill>
                <a:cs typeface="+mn-cs"/>
              </a:rPr>
              <a:t>1.</a:t>
            </a:r>
            <a:fld id="{03CFADDB-92DD-4E15-A22A-BA51184DC40D}" type="slidenum">
              <a:rPr lang="en-US" sz="1600">
                <a:solidFill>
                  <a:schemeClr val="tx1"/>
                </a:solidFill>
                <a:cs typeface="+mn-cs"/>
              </a:rPr>
              <a:pPr algn="ctr" eaLnBrk="1" hangingPunct="1">
                <a:spcBef>
                  <a:spcPct val="50000"/>
                </a:spcBef>
                <a:defRPr/>
              </a:pPr>
              <a:t>10</a:t>
            </a:fld>
            <a:endParaRPr lang="en-US" sz="1600" dirty="0">
              <a:solidFill>
                <a:schemeClr val="tx1"/>
              </a:solidFill>
              <a:cs typeface="+mn-cs"/>
            </a:endParaRPr>
          </a:p>
        </p:txBody>
      </p:sp>
      <p:pic>
        <p:nvPicPr>
          <p:cNvPr id="25603" name="Picture 4" descr="FIG01_02"/>
          <p:cNvPicPr>
            <a:picLocks noChangeAspect="1" noChangeArrowheads="1"/>
          </p:cNvPicPr>
          <p:nvPr/>
        </p:nvPicPr>
        <p:blipFill>
          <a:blip r:embed="rId2"/>
          <a:srcRect/>
          <a:stretch>
            <a:fillRect/>
          </a:stretch>
        </p:blipFill>
        <p:spPr bwMode="auto">
          <a:xfrm>
            <a:off x="1676400" y="1600200"/>
            <a:ext cx="5791200" cy="4306888"/>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marL="484632" fontAlgn="auto">
              <a:spcAft>
                <a:spcPts val="0"/>
              </a:spcAft>
              <a:defRPr/>
            </a:pPr>
            <a:r>
              <a:rPr lang="en-US" smtClean="0">
                <a:solidFill>
                  <a:schemeClr val="accent1">
                    <a:tint val="83000"/>
                    <a:satMod val="150000"/>
                  </a:schemeClr>
                </a:solidFill>
              </a:rPr>
              <a:t>Software Engineering Process</a:t>
            </a:r>
          </a:p>
        </p:txBody>
      </p:sp>
      <p:sp>
        <p:nvSpPr>
          <p:cNvPr id="26626" name="Rectangle 3" descr="Rectangle: Click to edit Master text styles&#10;Second level&#10;Third level&#10;Fourth level&#10;Fifth level"/>
          <p:cNvSpPr>
            <a:spLocks noGrp="1" noChangeArrowheads="1"/>
          </p:cNvSpPr>
          <p:nvPr>
            <p:ph idx="1"/>
          </p:nvPr>
        </p:nvSpPr>
        <p:spPr/>
        <p:txBody>
          <a:bodyPr/>
          <a:lstStyle/>
          <a:p>
            <a:pPr>
              <a:lnSpc>
                <a:spcPct val="90000"/>
              </a:lnSpc>
            </a:pPr>
            <a:r>
              <a:rPr lang="en-US" sz="2800" smtClean="0"/>
              <a:t>A process used to create an information system</a:t>
            </a:r>
          </a:p>
          <a:p>
            <a:pPr>
              <a:lnSpc>
                <a:spcPct val="90000"/>
              </a:lnSpc>
            </a:pPr>
            <a:r>
              <a:rPr lang="en-US" sz="2800" smtClean="0"/>
              <a:t>Consists of:</a:t>
            </a:r>
          </a:p>
          <a:p>
            <a:pPr lvl="1">
              <a:lnSpc>
                <a:spcPct val="90000"/>
              </a:lnSpc>
            </a:pPr>
            <a:r>
              <a:rPr lang="en-US" sz="2400" smtClean="0"/>
              <a:t>Methodologies</a:t>
            </a:r>
          </a:p>
          <a:p>
            <a:pPr lvl="2">
              <a:lnSpc>
                <a:spcPct val="90000"/>
              </a:lnSpc>
            </a:pPr>
            <a:r>
              <a:rPr lang="en-US" sz="2000" smtClean="0"/>
              <a:t>A sequence of step-by-step approaches that help develop the information system</a:t>
            </a:r>
          </a:p>
          <a:p>
            <a:pPr lvl="1">
              <a:lnSpc>
                <a:spcPct val="90000"/>
              </a:lnSpc>
            </a:pPr>
            <a:r>
              <a:rPr lang="en-US" sz="2400" smtClean="0"/>
              <a:t>Techniques</a:t>
            </a:r>
          </a:p>
          <a:p>
            <a:pPr lvl="2">
              <a:lnSpc>
                <a:spcPct val="90000"/>
              </a:lnSpc>
            </a:pPr>
            <a:r>
              <a:rPr lang="en-US" sz="2000" smtClean="0"/>
              <a:t>Processes that the analyst follows to ensure thorough, complete, and comprehensive analysis and design</a:t>
            </a:r>
          </a:p>
          <a:p>
            <a:pPr lvl="1">
              <a:lnSpc>
                <a:spcPct val="90000"/>
              </a:lnSpc>
            </a:pPr>
            <a:r>
              <a:rPr lang="en-US" sz="2400" smtClean="0"/>
              <a:t>Tools</a:t>
            </a:r>
          </a:p>
          <a:p>
            <a:pPr lvl="2">
              <a:lnSpc>
                <a:spcPct val="90000"/>
              </a:lnSpc>
            </a:pPr>
            <a:r>
              <a:rPr lang="en-US" sz="2000" smtClean="0"/>
              <a:t>Computer programs that aid in applying techniques</a:t>
            </a:r>
          </a:p>
        </p:txBody>
      </p:sp>
      <p:sp>
        <p:nvSpPr>
          <p:cNvPr id="2662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13317"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a:t>
            </a:r>
            <a:fld id="{6056888C-82FE-471B-B3EC-99897D44964E}" type="slidenum">
              <a:rPr lang="en-US" sz="1600">
                <a:solidFill>
                  <a:schemeClr val="tx1"/>
                </a:solidFill>
                <a:cs typeface="+mn-cs"/>
              </a:rPr>
              <a:pPr algn="ctr" eaLnBrk="1" hangingPunct="1">
                <a:spcBef>
                  <a:spcPct val="50000"/>
                </a:spcBef>
                <a:defRPr/>
              </a:pPr>
              <a:t>11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Footer Placeholder 2"/>
          <p:cNvSpPr>
            <a:spLocks noGrp="1"/>
          </p:cNvSpPr>
          <p:nvPr>
            <p:ph type="ftr" sz="quarter" idx="11"/>
          </p:nvPr>
        </p:nvSpPr>
        <p:spPr bwMode="auto">
          <a:xfrm>
            <a:off x="457200" y="6481763"/>
            <a:ext cx="5105400" cy="301625"/>
          </a:xfrm>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pic>
        <p:nvPicPr>
          <p:cNvPr id="27650" name="Picture 4" descr="FIG01_03"/>
          <p:cNvPicPr>
            <a:picLocks noChangeAspect="1" noChangeArrowheads="1"/>
          </p:cNvPicPr>
          <p:nvPr/>
        </p:nvPicPr>
        <p:blipFill>
          <a:blip r:embed="rId2"/>
          <a:srcRect/>
          <a:stretch>
            <a:fillRect/>
          </a:stretch>
        </p:blipFill>
        <p:spPr bwMode="auto">
          <a:xfrm>
            <a:off x="1524000" y="1219200"/>
            <a:ext cx="6096000" cy="4611688"/>
          </a:xfrm>
          <a:prstGeom prst="rect">
            <a:avLst/>
          </a:prstGeom>
          <a:noFill/>
          <a:ln w="9525">
            <a:noFill/>
            <a:miter lim="800000"/>
            <a:headEnd/>
            <a:tailEnd/>
          </a:ln>
        </p:spPr>
      </p:pic>
      <p:sp>
        <p:nvSpPr>
          <p:cNvPr id="14340" name="Text Box 8"/>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a:t>
            </a:r>
            <a:fld id="{5E92A135-D019-4856-98D3-D04295F15297}" type="slidenum">
              <a:rPr lang="en-US" sz="1600">
                <a:solidFill>
                  <a:schemeClr val="tx1"/>
                </a:solidFill>
                <a:cs typeface="+mn-cs"/>
              </a:rPr>
              <a:pPr algn="ctr" eaLnBrk="1" hangingPunct="1">
                <a:spcBef>
                  <a:spcPct val="50000"/>
                </a:spcBef>
                <a:defRPr/>
              </a:pPr>
              <a:t>12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marL="484632" fontAlgn="auto">
              <a:spcAft>
                <a:spcPts val="0"/>
              </a:spcAft>
              <a:defRPr/>
            </a:pPr>
            <a:r>
              <a:rPr lang="en-US" smtClean="0">
                <a:solidFill>
                  <a:schemeClr val="accent1">
                    <a:tint val="83000"/>
                    <a:satMod val="150000"/>
                  </a:schemeClr>
                </a:solidFill>
              </a:rPr>
              <a:t>System</a:t>
            </a:r>
          </a:p>
        </p:txBody>
      </p:sp>
      <p:sp>
        <p:nvSpPr>
          <p:cNvPr id="28674" name="Rectangle 3" descr="Rectangle: Click to edit Master text styles&#10;Second level&#10;Third level&#10;Fourth level&#10;Fifth level"/>
          <p:cNvSpPr>
            <a:spLocks noGrp="1" noChangeArrowheads="1"/>
          </p:cNvSpPr>
          <p:nvPr>
            <p:ph idx="1"/>
          </p:nvPr>
        </p:nvSpPr>
        <p:spPr/>
        <p:txBody>
          <a:bodyPr/>
          <a:lstStyle/>
          <a:p>
            <a:pPr>
              <a:lnSpc>
                <a:spcPct val="90000"/>
              </a:lnSpc>
            </a:pPr>
            <a:r>
              <a:rPr lang="en-US" smtClean="0"/>
              <a:t>A system is an interrelated set of business procedures used within one business unit working together for a purpose</a:t>
            </a:r>
          </a:p>
          <a:p>
            <a:pPr>
              <a:lnSpc>
                <a:spcPct val="90000"/>
              </a:lnSpc>
            </a:pPr>
            <a:r>
              <a:rPr lang="en-US" smtClean="0"/>
              <a:t>A system has nine characteristics</a:t>
            </a:r>
          </a:p>
          <a:p>
            <a:pPr>
              <a:lnSpc>
                <a:spcPct val="90000"/>
              </a:lnSpc>
            </a:pPr>
            <a:r>
              <a:rPr lang="en-US" smtClean="0"/>
              <a:t>A system exists within an environment</a:t>
            </a:r>
          </a:p>
          <a:p>
            <a:pPr>
              <a:lnSpc>
                <a:spcPct val="90000"/>
              </a:lnSpc>
            </a:pPr>
            <a:r>
              <a:rPr lang="en-US" smtClean="0"/>
              <a:t>A boundary separates a system from its environment</a:t>
            </a:r>
          </a:p>
        </p:txBody>
      </p:sp>
      <p:sp>
        <p:nvSpPr>
          <p:cNvPr id="2867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15365"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a:t>
            </a:r>
            <a:fld id="{8F4C03F2-8C90-4980-844B-35BB73E94FEE}" type="slidenum">
              <a:rPr lang="en-US" sz="1600">
                <a:solidFill>
                  <a:schemeClr val="tx1"/>
                </a:solidFill>
                <a:cs typeface="+mn-cs"/>
              </a:rPr>
              <a:pPr algn="ctr" eaLnBrk="1" hangingPunct="1">
                <a:spcBef>
                  <a:spcPct val="50000"/>
                </a:spcBef>
                <a:defRPr/>
              </a:pPr>
              <a:t>13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marL="484632" fontAlgn="auto">
              <a:spcAft>
                <a:spcPts val="0"/>
              </a:spcAft>
              <a:defRPr/>
            </a:pPr>
            <a:r>
              <a:rPr lang="en-US" smtClean="0">
                <a:solidFill>
                  <a:schemeClr val="accent1">
                    <a:tint val="83000"/>
                    <a:satMod val="150000"/>
                  </a:schemeClr>
                </a:solidFill>
              </a:rPr>
              <a:t>Characteristics of a System</a:t>
            </a:r>
          </a:p>
        </p:txBody>
      </p:sp>
      <p:sp>
        <p:nvSpPr>
          <p:cNvPr id="29698" name="Rectangle 3" descr="Rectangle: Click to edit Master text styles&#10;Second level&#10;Third level&#10;Fourth level&#10;Fifth level"/>
          <p:cNvSpPr>
            <a:spLocks noGrp="1" noChangeArrowheads="1"/>
          </p:cNvSpPr>
          <p:nvPr>
            <p:ph idx="1"/>
          </p:nvPr>
        </p:nvSpPr>
        <p:spPr/>
        <p:txBody>
          <a:bodyPr/>
          <a:lstStyle/>
          <a:p>
            <a:pPr>
              <a:lnSpc>
                <a:spcPct val="90000"/>
              </a:lnSpc>
            </a:pPr>
            <a:r>
              <a:rPr lang="en-US" sz="2800" smtClean="0"/>
              <a:t>Components</a:t>
            </a:r>
          </a:p>
          <a:p>
            <a:pPr>
              <a:lnSpc>
                <a:spcPct val="90000"/>
              </a:lnSpc>
            </a:pPr>
            <a:r>
              <a:rPr lang="en-US" sz="2800" smtClean="0"/>
              <a:t>Interrelated Components</a:t>
            </a:r>
          </a:p>
          <a:p>
            <a:pPr>
              <a:lnSpc>
                <a:spcPct val="90000"/>
              </a:lnSpc>
            </a:pPr>
            <a:r>
              <a:rPr lang="en-US" sz="2800" smtClean="0"/>
              <a:t>Boundary</a:t>
            </a:r>
          </a:p>
          <a:p>
            <a:pPr>
              <a:lnSpc>
                <a:spcPct val="90000"/>
              </a:lnSpc>
            </a:pPr>
            <a:r>
              <a:rPr lang="en-US" sz="2800" smtClean="0"/>
              <a:t>Purpose</a:t>
            </a:r>
          </a:p>
          <a:p>
            <a:pPr>
              <a:lnSpc>
                <a:spcPct val="90000"/>
              </a:lnSpc>
            </a:pPr>
            <a:r>
              <a:rPr lang="en-US" sz="2800" smtClean="0"/>
              <a:t>Environment</a:t>
            </a:r>
          </a:p>
          <a:p>
            <a:pPr>
              <a:lnSpc>
                <a:spcPct val="90000"/>
              </a:lnSpc>
            </a:pPr>
            <a:r>
              <a:rPr lang="en-US" sz="2800" smtClean="0"/>
              <a:t>Interfaces</a:t>
            </a:r>
          </a:p>
          <a:p>
            <a:pPr>
              <a:lnSpc>
                <a:spcPct val="90000"/>
              </a:lnSpc>
            </a:pPr>
            <a:r>
              <a:rPr lang="en-US" sz="2800" smtClean="0"/>
              <a:t>Constraints</a:t>
            </a:r>
          </a:p>
          <a:p>
            <a:pPr>
              <a:lnSpc>
                <a:spcPct val="90000"/>
              </a:lnSpc>
            </a:pPr>
            <a:r>
              <a:rPr lang="en-US" sz="2800" smtClean="0"/>
              <a:t>Input</a:t>
            </a:r>
          </a:p>
          <a:p>
            <a:pPr>
              <a:lnSpc>
                <a:spcPct val="90000"/>
              </a:lnSpc>
            </a:pPr>
            <a:r>
              <a:rPr lang="en-US" sz="2800" smtClean="0"/>
              <a:t>Output</a:t>
            </a:r>
          </a:p>
          <a:p>
            <a:pPr>
              <a:lnSpc>
                <a:spcPct val="90000"/>
              </a:lnSpc>
              <a:buFont typeface="Wingdings" pitchFamily="2" charset="2"/>
              <a:buNone/>
            </a:pPr>
            <a:endParaRPr lang="en-US" sz="2800" smtClean="0"/>
          </a:p>
        </p:txBody>
      </p:sp>
      <p:sp>
        <p:nvSpPr>
          <p:cNvPr id="2969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16389"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a:t>
            </a:r>
            <a:fld id="{6AA1E64D-E8B7-4C13-9922-5AF70B8A7E40}" type="slidenum">
              <a:rPr lang="en-US" sz="1600">
                <a:solidFill>
                  <a:schemeClr val="tx1"/>
                </a:solidFill>
                <a:cs typeface="+mn-cs"/>
              </a:rPr>
              <a:pPr algn="ctr" eaLnBrk="1" hangingPunct="1">
                <a:spcBef>
                  <a:spcPct val="50000"/>
                </a:spcBef>
                <a:defRPr/>
              </a:pPr>
              <a:t>14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Footer Placeholder 2"/>
          <p:cNvSpPr>
            <a:spLocks noGrp="1"/>
          </p:cNvSpPr>
          <p:nvPr>
            <p:ph type="ftr" sz="quarter" idx="11"/>
          </p:nvPr>
        </p:nvSpPr>
        <p:spPr bwMode="auto">
          <a:xfrm>
            <a:off x="457200" y="6481763"/>
            <a:ext cx="5105400" cy="301625"/>
          </a:xfrm>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17411" name="Text Box 3"/>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a:t>
            </a:r>
            <a:fld id="{0E60A7DC-4A29-4A51-8503-8C318CB9FB92}" type="slidenum">
              <a:rPr lang="en-US" sz="1600">
                <a:solidFill>
                  <a:schemeClr val="tx1"/>
                </a:solidFill>
                <a:cs typeface="+mn-cs"/>
              </a:rPr>
              <a:pPr algn="ctr" eaLnBrk="1" hangingPunct="1">
                <a:spcBef>
                  <a:spcPct val="50000"/>
                </a:spcBef>
                <a:defRPr/>
              </a:pPr>
              <a:t>15</a:t>
            </a:fld>
            <a:endParaRPr lang="en-US" sz="1600">
              <a:solidFill>
                <a:schemeClr val="tx1"/>
              </a:solidFill>
              <a:cs typeface="+mn-cs"/>
            </a:endParaRPr>
          </a:p>
        </p:txBody>
      </p:sp>
      <p:pic>
        <p:nvPicPr>
          <p:cNvPr id="31747" name="Picture 4" descr="FIG01_04"/>
          <p:cNvPicPr>
            <a:picLocks noChangeAspect="1" noChangeArrowheads="1"/>
          </p:cNvPicPr>
          <p:nvPr/>
        </p:nvPicPr>
        <p:blipFill>
          <a:blip r:embed="rId2"/>
          <a:srcRect/>
          <a:stretch>
            <a:fillRect/>
          </a:stretch>
        </p:blipFill>
        <p:spPr bwMode="auto">
          <a:xfrm>
            <a:off x="1447800" y="1295400"/>
            <a:ext cx="6324600" cy="4664075"/>
          </a:xfrm>
          <a:prstGeom prst="rect">
            <a:avLst/>
          </a:prstGeom>
          <a:noFill/>
          <a:ln w="9525">
            <a:noFill/>
            <a:miter lim="800000"/>
            <a:headEnd/>
            <a:tailEnd/>
          </a:ln>
        </p:spPr>
      </p:pic>
    </p:spTree>
  </p:cSld>
  <p:clrMapOvr>
    <a:masterClrMapping/>
  </p:clrMapOvr>
  <p:transition>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pPr marL="484632" fontAlgn="auto">
              <a:spcAft>
                <a:spcPts val="0"/>
              </a:spcAft>
              <a:defRPr/>
            </a:pPr>
            <a:r>
              <a:rPr lang="en-US" smtClean="0">
                <a:solidFill>
                  <a:schemeClr val="accent1">
                    <a:tint val="83000"/>
                    <a:satMod val="150000"/>
                  </a:schemeClr>
                </a:solidFill>
              </a:rPr>
              <a:t>Important System Concepts</a:t>
            </a:r>
          </a:p>
        </p:txBody>
      </p:sp>
      <p:sp>
        <p:nvSpPr>
          <p:cNvPr id="32770" name="Rectangle 3" descr="Rectangle: Click to edit Master text styles&#10;Second level&#10;Third level&#10;Fourth level&#10;Fifth level"/>
          <p:cNvSpPr>
            <a:spLocks noGrp="1" noChangeArrowheads="1"/>
          </p:cNvSpPr>
          <p:nvPr>
            <p:ph idx="1"/>
          </p:nvPr>
        </p:nvSpPr>
        <p:spPr>
          <a:xfrm>
            <a:off x="838200" y="1600200"/>
            <a:ext cx="7772400" cy="4419600"/>
          </a:xfrm>
        </p:spPr>
        <p:txBody>
          <a:bodyPr/>
          <a:lstStyle/>
          <a:p>
            <a:pPr>
              <a:lnSpc>
                <a:spcPct val="90000"/>
              </a:lnSpc>
            </a:pPr>
            <a:r>
              <a:rPr lang="en-US" sz="2800" smtClean="0"/>
              <a:t>Decomposition</a:t>
            </a:r>
          </a:p>
          <a:p>
            <a:pPr lvl="1">
              <a:lnSpc>
                <a:spcPct val="90000"/>
              </a:lnSpc>
            </a:pPr>
            <a:r>
              <a:rPr lang="en-US" sz="2400" smtClean="0"/>
              <a:t>The process of breaking down a system into smaller components</a:t>
            </a:r>
          </a:p>
          <a:p>
            <a:pPr lvl="1">
              <a:lnSpc>
                <a:spcPct val="90000"/>
              </a:lnSpc>
            </a:pPr>
            <a:r>
              <a:rPr lang="en-US" sz="2400" smtClean="0"/>
              <a:t>Allows the systems analyst to:</a:t>
            </a:r>
          </a:p>
          <a:p>
            <a:pPr lvl="2">
              <a:lnSpc>
                <a:spcPct val="90000"/>
              </a:lnSpc>
            </a:pPr>
            <a:r>
              <a:rPr lang="en-US" sz="2000" smtClean="0"/>
              <a:t>Break a system into small, manageable and understandable subsystems</a:t>
            </a:r>
          </a:p>
          <a:p>
            <a:pPr lvl="2">
              <a:lnSpc>
                <a:spcPct val="90000"/>
              </a:lnSpc>
            </a:pPr>
            <a:r>
              <a:rPr lang="en-US" sz="2000" smtClean="0"/>
              <a:t>Focus on one area at a time, without interference from other areas</a:t>
            </a:r>
          </a:p>
          <a:p>
            <a:pPr lvl="2">
              <a:lnSpc>
                <a:spcPct val="90000"/>
              </a:lnSpc>
            </a:pPr>
            <a:r>
              <a:rPr lang="en-US" sz="2000" smtClean="0"/>
              <a:t>Concentrate on component pertinent to one group of users without confusing users with unnecessary details</a:t>
            </a:r>
          </a:p>
          <a:p>
            <a:pPr lvl="2">
              <a:lnSpc>
                <a:spcPct val="90000"/>
              </a:lnSpc>
            </a:pPr>
            <a:r>
              <a:rPr lang="en-US" sz="2000" smtClean="0"/>
              <a:t>Build different components at independent times and have the help of different analysts</a:t>
            </a:r>
          </a:p>
        </p:txBody>
      </p:sp>
      <p:sp>
        <p:nvSpPr>
          <p:cNvPr id="3277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18437"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a:t>
            </a:r>
            <a:fld id="{B89EE644-F663-45BA-AD4F-F80BB19B9EEF}" type="slidenum">
              <a:rPr lang="en-US" sz="1600">
                <a:solidFill>
                  <a:schemeClr val="tx1"/>
                </a:solidFill>
                <a:cs typeface="+mn-cs"/>
              </a:rPr>
              <a:pPr algn="ctr" eaLnBrk="1" hangingPunct="1">
                <a:spcBef>
                  <a:spcPct val="50000"/>
                </a:spcBef>
                <a:defRPr/>
              </a:pPr>
              <a:t>16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Footer Placeholder 2"/>
          <p:cNvSpPr>
            <a:spLocks noGrp="1"/>
          </p:cNvSpPr>
          <p:nvPr>
            <p:ph type="ftr" sz="quarter" idx="11"/>
          </p:nvPr>
        </p:nvSpPr>
        <p:spPr bwMode="auto">
          <a:xfrm>
            <a:off x="457200" y="6481763"/>
            <a:ext cx="4953000" cy="301625"/>
          </a:xfrm>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19459"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a:t>
            </a:r>
            <a:fld id="{22097F2E-E3D7-4CB9-8D3A-05F7D4EEA99D}" type="slidenum">
              <a:rPr lang="en-US" sz="1600">
                <a:solidFill>
                  <a:schemeClr val="tx1"/>
                </a:solidFill>
                <a:cs typeface="+mn-cs"/>
              </a:rPr>
              <a:pPr algn="ctr" eaLnBrk="1" hangingPunct="1">
                <a:spcBef>
                  <a:spcPct val="50000"/>
                </a:spcBef>
                <a:defRPr/>
              </a:pPr>
              <a:t>17</a:t>
            </a:fld>
            <a:endParaRPr lang="en-US" sz="1600">
              <a:solidFill>
                <a:schemeClr val="tx1"/>
              </a:solidFill>
              <a:cs typeface="+mn-cs"/>
            </a:endParaRPr>
          </a:p>
        </p:txBody>
      </p:sp>
      <p:pic>
        <p:nvPicPr>
          <p:cNvPr id="19460" name="Picture 5"/>
          <p:cNvPicPr>
            <a:picLocks noChangeAspect="1" noChangeArrowheads="1"/>
          </p:cNvPicPr>
          <p:nvPr/>
        </p:nvPicPr>
        <p:blipFill>
          <a:blip r:embed="rId2"/>
          <a:srcRect/>
          <a:stretch>
            <a:fillRect/>
          </a:stretch>
        </p:blipFill>
        <p:spPr bwMode="auto">
          <a:xfrm>
            <a:off x="304800" y="1676400"/>
            <a:ext cx="8455025" cy="4175125"/>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pPr marL="484632" fontAlgn="auto">
              <a:spcAft>
                <a:spcPts val="0"/>
              </a:spcAft>
              <a:defRPr/>
            </a:pPr>
            <a:r>
              <a:rPr lang="en-US" sz="4000" smtClean="0">
                <a:solidFill>
                  <a:schemeClr val="accent1">
                    <a:tint val="83000"/>
                    <a:satMod val="150000"/>
                  </a:schemeClr>
                </a:solidFill>
              </a:rPr>
              <a:t>Important System Concepts (continued)</a:t>
            </a:r>
          </a:p>
        </p:txBody>
      </p:sp>
      <p:sp>
        <p:nvSpPr>
          <p:cNvPr id="34818" name="Rectangle 3" descr="Rectangle: Click to edit Master text styles&#10;Second level&#10;Third level&#10;Fourth level&#10;Fifth level"/>
          <p:cNvSpPr>
            <a:spLocks noGrp="1" noChangeArrowheads="1"/>
          </p:cNvSpPr>
          <p:nvPr>
            <p:ph idx="1"/>
          </p:nvPr>
        </p:nvSpPr>
        <p:spPr>
          <a:xfrm>
            <a:off x="914400" y="1524000"/>
            <a:ext cx="7772400" cy="4648200"/>
          </a:xfrm>
        </p:spPr>
        <p:txBody>
          <a:bodyPr/>
          <a:lstStyle/>
          <a:p>
            <a:pPr>
              <a:lnSpc>
                <a:spcPct val="90000"/>
              </a:lnSpc>
            </a:pPr>
            <a:r>
              <a:rPr lang="en-US" smtClean="0"/>
              <a:t>Modularity</a:t>
            </a:r>
          </a:p>
          <a:p>
            <a:pPr lvl="1">
              <a:lnSpc>
                <a:spcPct val="90000"/>
              </a:lnSpc>
            </a:pPr>
            <a:r>
              <a:rPr lang="en-US" smtClean="0"/>
              <a:t>Process of dividing a system into modules of a relatively uniform size</a:t>
            </a:r>
          </a:p>
          <a:p>
            <a:pPr lvl="1">
              <a:lnSpc>
                <a:spcPct val="90000"/>
              </a:lnSpc>
            </a:pPr>
            <a:r>
              <a:rPr lang="en-US" smtClean="0"/>
              <a:t>Modules simplify system design</a:t>
            </a:r>
          </a:p>
          <a:p>
            <a:pPr>
              <a:lnSpc>
                <a:spcPct val="90000"/>
              </a:lnSpc>
            </a:pPr>
            <a:r>
              <a:rPr lang="en-US" smtClean="0"/>
              <a:t>Coupling</a:t>
            </a:r>
          </a:p>
          <a:p>
            <a:pPr lvl="1">
              <a:lnSpc>
                <a:spcPct val="90000"/>
              </a:lnSpc>
            </a:pPr>
            <a:r>
              <a:rPr lang="en-US" smtClean="0"/>
              <a:t>Subsystems that are dependent upon each other are coupled</a:t>
            </a:r>
          </a:p>
          <a:p>
            <a:pPr>
              <a:lnSpc>
                <a:spcPct val="90000"/>
              </a:lnSpc>
            </a:pPr>
            <a:r>
              <a:rPr lang="en-US" smtClean="0"/>
              <a:t>Cohesion</a:t>
            </a:r>
          </a:p>
          <a:p>
            <a:pPr lvl="1">
              <a:lnSpc>
                <a:spcPct val="90000"/>
              </a:lnSpc>
            </a:pPr>
            <a:r>
              <a:rPr lang="en-US" smtClean="0"/>
              <a:t>Extent to which a subsystem performs a single function</a:t>
            </a:r>
          </a:p>
        </p:txBody>
      </p:sp>
      <p:sp>
        <p:nvSpPr>
          <p:cNvPr id="3481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20485"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a:t>
            </a:r>
            <a:fld id="{09F6D52A-0470-4149-9253-CEEADE502BC8}" type="slidenum">
              <a:rPr lang="en-US" sz="1600">
                <a:solidFill>
                  <a:schemeClr val="tx1"/>
                </a:solidFill>
                <a:cs typeface="+mn-cs"/>
              </a:rPr>
              <a:pPr algn="ctr" eaLnBrk="1" hangingPunct="1">
                <a:spcBef>
                  <a:spcPct val="50000"/>
                </a:spcBef>
                <a:defRPr/>
              </a:pPr>
              <a:t>18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pPr marL="484632" fontAlgn="auto">
              <a:spcAft>
                <a:spcPts val="0"/>
              </a:spcAft>
              <a:defRPr/>
            </a:pPr>
            <a:r>
              <a:rPr lang="en-US" smtClean="0">
                <a:solidFill>
                  <a:schemeClr val="accent1">
                    <a:tint val="83000"/>
                    <a:satMod val="150000"/>
                  </a:schemeClr>
                </a:solidFill>
              </a:rPr>
              <a:t>A Modern Approach to Systems Analysis and Design</a:t>
            </a:r>
          </a:p>
        </p:txBody>
      </p:sp>
      <p:sp>
        <p:nvSpPr>
          <p:cNvPr id="35842" name="Rectangle 3" descr="Rectangle: Click to edit Master text styles&#10;Second level&#10;Third level&#10;Fourth level&#10;Fifth level"/>
          <p:cNvSpPr>
            <a:spLocks noGrp="1" noChangeArrowheads="1"/>
          </p:cNvSpPr>
          <p:nvPr>
            <p:ph idx="1"/>
          </p:nvPr>
        </p:nvSpPr>
        <p:spPr/>
        <p:txBody>
          <a:bodyPr/>
          <a:lstStyle/>
          <a:p>
            <a:r>
              <a:rPr lang="en-US" smtClean="0"/>
              <a:t>Systems Integration</a:t>
            </a:r>
          </a:p>
          <a:p>
            <a:pPr lvl="1"/>
            <a:r>
              <a:rPr lang="en-US" smtClean="0"/>
              <a:t>Allows hardware and software from different vendors to work together</a:t>
            </a:r>
          </a:p>
          <a:p>
            <a:pPr lvl="1"/>
            <a:r>
              <a:rPr lang="en-US" smtClean="0"/>
              <a:t>Enables procedural language systems to work with visual programming systems</a:t>
            </a:r>
          </a:p>
          <a:p>
            <a:pPr lvl="1"/>
            <a:r>
              <a:rPr lang="en-US" smtClean="0"/>
              <a:t>Visual programming environment uses client/server model</a:t>
            </a:r>
          </a:p>
        </p:txBody>
      </p:sp>
      <p:sp>
        <p:nvSpPr>
          <p:cNvPr id="3584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21509"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eaLnBrk="1" hangingPunct="1">
              <a:spcBef>
                <a:spcPct val="50000"/>
              </a:spcBef>
              <a:defRPr/>
            </a:pPr>
            <a:r>
              <a:rPr lang="en-US" sz="1600">
                <a:solidFill>
                  <a:schemeClr val="tx1"/>
                </a:solidFill>
                <a:cs typeface="+mn-cs"/>
              </a:rPr>
              <a:t>1.</a:t>
            </a:r>
            <a:fld id="{46F661E1-8FF8-421C-93E0-0D63211C4F70}" type="slidenum">
              <a:rPr lang="en-US" sz="1600">
                <a:solidFill>
                  <a:schemeClr val="tx1"/>
                </a:solidFill>
                <a:cs typeface="+mn-cs"/>
              </a:rPr>
              <a:pPr algn="ctr" eaLnBrk="1" hangingPunct="1">
                <a:spcBef>
                  <a:spcPct val="50000"/>
                </a:spcBef>
                <a:defRPr/>
              </a:pPr>
              <a:t>19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marL="484632" fontAlgn="auto">
              <a:spcAft>
                <a:spcPts val="0"/>
              </a:spcAft>
              <a:defRPr/>
            </a:pPr>
            <a:r>
              <a:rPr lang="en-US" sz="4000" smtClean="0">
                <a:solidFill>
                  <a:schemeClr val="accent1">
                    <a:tint val="83000"/>
                    <a:satMod val="150000"/>
                  </a:schemeClr>
                </a:solidFill>
              </a:rPr>
              <a:t>Your Role in Systems Development</a:t>
            </a:r>
          </a:p>
        </p:txBody>
      </p:sp>
      <p:sp>
        <p:nvSpPr>
          <p:cNvPr id="36866" name="Rectangle 3" descr="Rectangle: Click to edit Master text styles&#10;Second level&#10;Third level&#10;Fourth level&#10;Fifth level"/>
          <p:cNvSpPr>
            <a:spLocks noGrp="1" noChangeArrowheads="1"/>
          </p:cNvSpPr>
          <p:nvPr>
            <p:ph idx="1"/>
          </p:nvPr>
        </p:nvSpPr>
        <p:spPr/>
        <p:txBody>
          <a:bodyPr/>
          <a:lstStyle/>
          <a:p>
            <a:pPr>
              <a:lnSpc>
                <a:spcPct val="90000"/>
              </a:lnSpc>
            </a:pPr>
            <a:r>
              <a:rPr lang="en-US" sz="2800" smtClean="0"/>
              <a:t>Study problems and needs of an organization</a:t>
            </a:r>
          </a:p>
          <a:p>
            <a:pPr>
              <a:lnSpc>
                <a:spcPct val="90000"/>
              </a:lnSpc>
            </a:pPr>
            <a:r>
              <a:rPr lang="en-US" sz="2800" smtClean="0"/>
              <a:t>Determine best approach to improving organization through use of:</a:t>
            </a:r>
          </a:p>
          <a:p>
            <a:pPr lvl="1">
              <a:lnSpc>
                <a:spcPct val="90000"/>
              </a:lnSpc>
            </a:pPr>
            <a:r>
              <a:rPr lang="en-US" sz="2400" smtClean="0"/>
              <a:t>People</a:t>
            </a:r>
          </a:p>
          <a:p>
            <a:pPr lvl="1">
              <a:lnSpc>
                <a:spcPct val="90000"/>
              </a:lnSpc>
            </a:pPr>
            <a:r>
              <a:rPr lang="en-US" sz="2400" smtClean="0"/>
              <a:t>Methods</a:t>
            </a:r>
          </a:p>
          <a:p>
            <a:pPr lvl="1">
              <a:lnSpc>
                <a:spcPct val="90000"/>
              </a:lnSpc>
            </a:pPr>
            <a:r>
              <a:rPr lang="en-US" sz="2400" smtClean="0"/>
              <a:t>Information technology</a:t>
            </a:r>
          </a:p>
          <a:p>
            <a:pPr>
              <a:lnSpc>
                <a:spcPct val="90000"/>
              </a:lnSpc>
            </a:pPr>
            <a:r>
              <a:rPr lang="en-US" sz="2800" smtClean="0"/>
              <a:t>Help system users and managers define their requirements for new or enhanced information systems</a:t>
            </a:r>
          </a:p>
          <a:p>
            <a:pPr>
              <a:lnSpc>
                <a:spcPct val="90000"/>
              </a:lnSpc>
            </a:pPr>
            <a:endParaRPr lang="en-US" sz="2800" smtClean="0"/>
          </a:p>
          <a:p>
            <a:pPr>
              <a:lnSpc>
                <a:spcPct val="90000"/>
              </a:lnSpc>
            </a:pPr>
            <a:endParaRPr lang="en-US" sz="2800" smtClean="0"/>
          </a:p>
        </p:txBody>
      </p:sp>
      <p:sp>
        <p:nvSpPr>
          <p:cNvPr id="3686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22533"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A2737C7A-7E93-4741-9550-637BF3040B3F}" type="slidenum">
              <a:rPr lang="en-US" sz="1600">
                <a:solidFill>
                  <a:schemeClr val="tx1"/>
                </a:solidFill>
                <a:cs typeface="+mn-cs"/>
              </a:rPr>
              <a:pPr algn="ctr">
                <a:defRPr/>
              </a:pPr>
              <a:t>20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normAutofit fontScale="90000"/>
          </a:bodyPr>
          <a:lstStyle/>
          <a:p>
            <a:pPr marL="484632" fontAlgn="auto">
              <a:spcAft>
                <a:spcPts val="0"/>
              </a:spcAft>
              <a:defRPr/>
            </a:pPr>
            <a:r>
              <a:rPr lang="en-US" sz="3600" smtClean="0">
                <a:solidFill>
                  <a:schemeClr val="accent1">
                    <a:tint val="83000"/>
                    <a:satMod val="150000"/>
                  </a:schemeClr>
                </a:solidFill>
              </a:rPr>
              <a:t>Developing Information Systems and the Systems Development Life Cycle</a:t>
            </a:r>
          </a:p>
        </p:txBody>
      </p:sp>
      <p:sp>
        <p:nvSpPr>
          <p:cNvPr id="37890" name="Rectangle 3" descr="Rectangle: Click to edit Master text styles&#10;Second level&#10;Third level&#10;Fourth level&#10;Fifth level"/>
          <p:cNvSpPr>
            <a:spLocks noGrp="1" noChangeArrowheads="1"/>
          </p:cNvSpPr>
          <p:nvPr>
            <p:ph idx="1"/>
          </p:nvPr>
        </p:nvSpPr>
        <p:spPr/>
        <p:txBody>
          <a:bodyPr/>
          <a:lstStyle/>
          <a:p>
            <a:r>
              <a:rPr lang="en-US" smtClean="0"/>
              <a:t>Systems Development Methodology</a:t>
            </a:r>
          </a:p>
          <a:p>
            <a:pPr lvl="1"/>
            <a:r>
              <a:rPr lang="en-US" smtClean="0"/>
              <a:t>A standard process followed in an organization to conduct all the steps necessary to </a:t>
            </a:r>
          </a:p>
          <a:p>
            <a:pPr lvl="2"/>
            <a:r>
              <a:rPr lang="en-US" smtClean="0"/>
              <a:t>analyze </a:t>
            </a:r>
          </a:p>
          <a:p>
            <a:pPr lvl="2"/>
            <a:r>
              <a:rPr lang="en-US" smtClean="0"/>
              <a:t>design </a:t>
            </a:r>
          </a:p>
          <a:p>
            <a:pPr lvl="2"/>
            <a:r>
              <a:rPr lang="en-US" smtClean="0"/>
              <a:t>implement </a:t>
            </a:r>
          </a:p>
          <a:p>
            <a:pPr lvl="2"/>
            <a:r>
              <a:rPr lang="en-US" smtClean="0"/>
              <a:t>and maintain information systems.</a:t>
            </a:r>
          </a:p>
        </p:txBody>
      </p:sp>
      <p:sp>
        <p:nvSpPr>
          <p:cNvPr id="3789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23557"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DB0973DF-A5E2-44F9-B485-CA0DD85A65EE}" type="slidenum">
              <a:rPr lang="en-US" sz="1600">
                <a:solidFill>
                  <a:schemeClr val="tx1"/>
                </a:solidFill>
                <a:cs typeface="+mn-cs"/>
              </a:rPr>
              <a:pPr algn="ctr">
                <a:defRPr/>
              </a:pPr>
              <a:t>21</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marL="484632" fontAlgn="auto">
              <a:spcAft>
                <a:spcPts val="0"/>
              </a:spcAft>
              <a:defRPr/>
            </a:pPr>
            <a:r>
              <a:rPr lang="en-US" sz="2800" smtClean="0">
                <a:solidFill>
                  <a:schemeClr val="accent1">
                    <a:tint val="83000"/>
                    <a:satMod val="150000"/>
                  </a:schemeClr>
                </a:solidFill>
              </a:rPr>
              <a:t>Developing Information Systems and the Systems Development Life Cycle (continued)</a:t>
            </a:r>
          </a:p>
        </p:txBody>
      </p:sp>
      <p:sp>
        <p:nvSpPr>
          <p:cNvPr id="38914" name="Rectangle 3" descr="Rectangle: Click to edit Master text styles&#10;Second level&#10;Third level&#10;Fourth level&#10;Fifth level"/>
          <p:cNvSpPr>
            <a:spLocks noGrp="1" noChangeArrowheads="1"/>
          </p:cNvSpPr>
          <p:nvPr>
            <p:ph idx="1"/>
          </p:nvPr>
        </p:nvSpPr>
        <p:spPr/>
        <p:txBody>
          <a:bodyPr/>
          <a:lstStyle/>
          <a:p>
            <a:pPr>
              <a:lnSpc>
                <a:spcPct val="90000"/>
              </a:lnSpc>
            </a:pPr>
            <a:r>
              <a:rPr lang="en-US" smtClean="0"/>
              <a:t>Systems Development Life Cycle</a:t>
            </a:r>
          </a:p>
          <a:p>
            <a:pPr lvl="1">
              <a:lnSpc>
                <a:spcPct val="90000"/>
              </a:lnSpc>
            </a:pPr>
            <a:r>
              <a:rPr lang="en-US" smtClean="0"/>
              <a:t>Series of steps used to manage the phases of development for an information system</a:t>
            </a:r>
          </a:p>
          <a:p>
            <a:pPr lvl="1">
              <a:lnSpc>
                <a:spcPct val="90000"/>
              </a:lnSpc>
            </a:pPr>
            <a:r>
              <a:rPr lang="en-US" smtClean="0"/>
              <a:t>Consists of four phases:</a:t>
            </a:r>
          </a:p>
          <a:p>
            <a:pPr lvl="2">
              <a:lnSpc>
                <a:spcPct val="90000"/>
              </a:lnSpc>
            </a:pPr>
            <a:r>
              <a:rPr lang="en-US" smtClean="0"/>
              <a:t>Planning and Selection</a:t>
            </a:r>
          </a:p>
          <a:p>
            <a:pPr lvl="2">
              <a:lnSpc>
                <a:spcPct val="90000"/>
              </a:lnSpc>
            </a:pPr>
            <a:r>
              <a:rPr lang="en-US" smtClean="0"/>
              <a:t>Analysis</a:t>
            </a:r>
          </a:p>
          <a:p>
            <a:pPr lvl="2">
              <a:lnSpc>
                <a:spcPct val="90000"/>
              </a:lnSpc>
            </a:pPr>
            <a:r>
              <a:rPr lang="en-US" smtClean="0"/>
              <a:t>Design</a:t>
            </a:r>
          </a:p>
          <a:p>
            <a:pPr lvl="2">
              <a:lnSpc>
                <a:spcPct val="90000"/>
              </a:lnSpc>
            </a:pPr>
            <a:r>
              <a:rPr lang="en-US" smtClean="0"/>
              <a:t>Implementation and Operation</a:t>
            </a:r>
          </a:p>
        </p:txBody>
      </p:sp>
      <p:sp>
        <p:nvSpPr>
          <p:cNvPr id="3891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24581"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43CABC0E-9EE1-4278-B585-26841F53D400}" type="slidenum">
              <a:rPr lang="en-US" sz="1600">
                <a:solidFill>
                  <a:schemeClr val="tx1"/>
                </a:solidFill>
                <a:cs typeface="+mn-cs"/>
              </a:rPr>
              <a:pPr algn="ctr">
                <a:defRPr/>
              </a:pPr>
              <a:t>22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pPr marL="484632" fontAlgn="auto">
              <a:spcAft>
                <a:spcPts val="0"/>
              </a:spcAft>
              <a:defRPr/>
            </a:pPr>
            <a:r>
              <a:rPr lang="en-US" sz="2800" smtClean="0">
                <a:solidFill>
                  <a:schemeClr val="accent1">
                    <a:tint val="83000"/>
                    <a:satMod val="150000"/>
                  </a:schemeClr>
                </a:solidFill>
              </a:rPr>
              <a:t>Developing Information Systems and the Systems Development Life Cycle (continued)</a:t>
            </a:r>
          </a:p>
        </p:txBody>
      </p:sp>
      <p:sp>
        <p:nvSpPr>
          <p:cNvPr id="39938" name="Rectangle 3" descr="Rectangle: Click to edit Master text styles&#10;Second level&#10;Third level&#10;Fourth level&#10;Fifth level"/>
          <p:cNvSpPr>
            <a:spLocks noGrp="1" noChangeArrowheads="1"/>
          </p:cNvSpPr>
          <p:nvPr>
            <p:ph idx="1"/>
          </p:nvPr>
        </p:nvSpPr>
        <p:spPr/>
        <p:txBody>
          <a:bodyPr/>
          <a:lstStyle/>
          <a:p>
            <a:pPr lvl="1"/>
            <a:r>
              <a:rPr lang="en-US" smtClean="0"/>
              <a:t>Phases are not necessarily sequential</a:t>
            </a:r>
          </a:p>
          <a:p>
            <a:pPr lvl="1"/>
            <a:r>
              <a:rPr lang="en-US" smtClean="0"/>
              <a:t>Each phase has a specific outcome and deliverable</a:t>
            </a:r>
          </a:p>
          <a:p>
            <a:pPr lvl="1"/>
            <a:r>
              <a:rPr lang="en-US" smtClean="0"/>
              <a:t>Every company customizes the life-cycle model to its individual needs</a:t>
            </a:r>
          </a:p>
          <a:p>
            <a:pPr lvl="1">
              <a:buFont typeface="Wingdings" pitchFamily="2" charset="2"/>
              <a:buNone/>
            </a:pPr>
            <a:endParaRPr lang="en-US" smtClean="0"/>
          </a:p>
        </p:txBody>
      </p:sp>
      <p:sp>
        <p:nvSpPr>
          <p:cNvPr id="3993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25605"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8914BB5E-1320-4959-8D36-8C86D4AD7903}" type="slidenum">
              <a:rPr lang="en-US" sz="1600">
                <a:solidFill>
                  <a:schemeClr val="tx1"/>
                </a:solidFill>
                <a:cs typeface="+mn-cs"/>
              </a:rPr>
              <a:pPr algn="ctr">
                <a:defRPr/>
              </a:pPr>
              <a:t>23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pPr marL="484632" fontAlgn="auto">
              <a:spcAft>
                <a:spcPts val="0"/>
              </a:spcAft>
              <a:defRPr/>
            </a:pPr>
            <a:r>
              <a:rPr lang="en-US" smtClean="0">
                <a:solidFill>
                  <a:schemeClr val="accent1">
                    <a:tint val="83000"/>
                    <a:satMod val="150000"/>
                  </a:schemeClr>
                </a:solidFill>
              </a:rPr>
              <a:t>Phases of the Systems Development Life Cycle</a:t>
            </a:r>
          </a:p>
        </p:txBody>
      </p:sp>
      <p:sp>
        <p:nvSpPr>
          <p:cNvPr id="40962" name="Rectangle 3" descr="Rectangle: Click to edit Master text styles&#10;Second level&#10;Third level&#10;Fourth level&#10;Fifth level"/>
          <p:cNvSpPr>
            <a:spLocks noGrp="1" noChangeArrowheads="1"/>
          </p:cNvSpPr>
          <p:nvPr>
            <p:ph idx="1"/>
          </p:nvPr>
        </p:nvSpPr>
        <p:spPr/>
        <p:txBody>
          <a:bodyPr/>
          <a:lstStyle/>
          <a:p>
            <a:pPr marL="609600" indent="-609600">
              <a:lnSpc>
                <a:spcPct val="90000"/>
              </a:lnSpc>
              <a:buFont typeface="Wingdings 2" pitchFamily="18" charset="2"/>
              <a:buNone/>
            </a:pPr>
            <a:r>
              <a:rPr lang="en-US" sz="2800" smtClean="0">
                <a:solidFill>
                  <a:srgbClr val="FF388C"/>
                </a:solidFill>
              </a:rPr>
              <a:t>1.   </a:t>
            </a:r>
            <a:r>
              <a:rPr lang="en-US" sz="2800" smtClean="0"/>
              <a:t>Systems Planning and Selection</a:t>
            </a:r>
          </a:p>
          <a:p>
            <a:pPr marL="990600" lvl="1" indent="-533400">
              <a:lnSpc>
                <a:spcPct val="90000"/>
              </a:lnSpc>
            </a:pPr>
            <a:r>
              <a:rPr lang="en-US" sz="2400" smtClean="0"/>
              <a:t>Two Main Activities</a:t>
            </a:r>
          </a:p>
          <a:p>
            <a:pPr marL="1371600" lvl="2" indent="-457200">
              <a:lnSpc>
                <a:spcPct val="90000"/>
              </a:lnSpc>
            </a:pPr>
            <a:r>
              <a:rPr lang="en-US" sz="2000" smtClean="0"/>
              <a:t>Identification of need</a:t>
            </a:r>
          </a:p>
          <a:p>
            <a:pPr marL="1371600" lvl="2" indent="-457200">
              <a:lnSpc>
                <a:spcPct val="90000"/>
              </a:lnSpc>
            </a:pPr>
            <a:r>
              <a:rPr lang="en-US" sz="2000" smtClean="0"/>
              <a:t>Investigation and determination of scope</a:t>
            </a:r>
          </a:p>
          <a:p>
            <a:pPr marL="609600" indent="-609600">
              <a:lnSpc>
                <a:spcPct val="90000"/>
              </a:lnSpc>
              <a:buFont typeface="Wingdings 2" pitchFamily="18" charset="2"/>
              <a:buNone/>
            </a:pPr>
            <a:r>
              <a:rPr lang="en-US" sz="2800" smtClean="0">
                <a:solidFill>
                  <a:srgbClr val="FF388C"/>
                </a:solidFill>
              </a:rPr>
              <a:t>2.   </a:t>
            </a:r>
            <a:r>
              <a:rPr lang="en-US" sz="2800" smtClean="0"/>
              <a:t>Systems Analysis</a:t>
            </a:r>
          </a:p>
          <a:p>
            <a:pPr marL="990600" lvl="1" indent="-533400">
              <a:lnSpc>
                <a:spcPct val="90000"/>
              </a:lnSpc>
            </a:pPr>
            <a:r>
              <a:rPr lang="en-US" sz="2400" smtClean="0"/>
              <a:t>Study of current procedures and information systems</a:t>
            </a:r>
          </a:p>
          <a:p>
            <a:pPr marL="1371600" lvl="2" indent="-457200">
              <a:lnSpc>
                <a:spcPct val="90000"/>
              </a:lnSpc>
            </a:pPr>
            <a:r>
              <a:rPr lang="en-US" sz="2000" smtClean="0"/>
              <a:t>Determine requirements</a:t>
            </a:r>
          </a:p>
          <a:p>
            <a:pPr marL="1371600" lvl="2" indent="-457200">
              <a:lnSpc>
                <a:spcPct val="90000"/>
              </a:lnSpc>
            </a:pPr>
            <a:r>
              <a:rPr lang="en-US" sz="2000" smtClean="0"/>
              <a:t>Generate alternative designs</a:t>
            </a:r>
          </a:p>
          <a:p>
            <a:pPr marL="1371600" lvl="2" indent="-457200">
              <a:lnSpc>
                <a:spcPct val="90000"/>
              </a:lnSpc>
            </a:pPr>
            <a:r>
              <a:rPr lang="en-US" sz="2000" smtClean="0"/>
              <a:t>Compare alternatives</a:t>
            </a:r>
          </a:p>
          <a:p>
            <a:pPr marL="1371600" lvl="2" indent="-457200">
              <a:lnSpc>
                <a:spcPct val="90000"/>
              </a:lnSpc>
            </a:pPr>
            <a:r>
              <a:rPr lang="en-US" sz="2000" smtClean="0"/>
              <a:t>Recommend best alternative</a:t>
            </a:r>
          </a:p>
        </p:txBody>
      </p:sp>
      <p:sp>
        <p:nvSpPr>
          <p:cNvPr id="4096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26629"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A79B076E-ED46-4556-BBBE-D4FA11FAC105}" type="slidenum">
              <a:rPr lang="en-US" sz="1600">
                <a:solidFill>
                  <a:schemeClr val="tx1"/>
                </a:solidFill>
                <a:cs typeface="+mn-cs"/>
              </a:rPr>
              <a:pPr algn="ctr">
                <a:defRPr/>
              </a:pPr>
              <a:t>24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normAutofit fontScale="90000"/>
          </a:bodyPr>
          <a:lstStyle/>
          <a:p>
            <a:pPr marL="484632" fontAlgn="auto">
              <a:spcAft>
                <a:spcPts val="0"/>
              </a:spcAft>
              <a:defRPr/>
            </a:pPr>
            <a:r>
              <a:rPr lang="en-US" sz="3600" smtClean="0">
                <a:solidFill>
                  <a:schemeClr val="accent1">
                    <a:tint val="83000"/>
                    <a:satMod val="150000"/>
                  </a:schemeClr>
                </a:solidFill>
              </a:rPr>
              <a:t>Phases of the Systems Development Life Cycle (continued)</a:t>
            </a:r>
          </a:p>
        </p:txBody>
      </p:sp>
      <p:sp>
        <p:nvSpPr>
          <p:cNvPr id="41986" name="Rectangle 3" descr="Rectangle: Click to edit Master text styles&#10;Second level&#10;Third level&#10;Fourth level&#10;Fifth level"/>
          <p:cNvSpPr>
            <a:spLocks noGrp="1" noChangeArrowheads="1"/>
          </p:cNvSpPr>
          <p:nvPr>
            <p:ph idx="1"/>
          </p:nvPr>
        </p:nvSpPr>
        <p:spPr/>
        <p:txBody>
          <a:bodyPr/>
          <a:lstStyle/>
          <a:p>
            <a:pPr marL="609600" indent="-609600">
              <a:lnSpc>
                <a:spcPct val="90000"/>
              </a:lnSpc>
              <a:buFont typeface="Wingdings 2" pitchFamily="18" charset="2"/>
              <a:buNone/>
            </a:pPr>
            <a:r>
              <a:rPr lang="en-US" sz="2800" smtClean="0">
                <a:solidFill>
                  <a:srgbClr val="FF388C"/>
                </a:solidFill>
              </a:rPr>
              <a:t>3.   </a:t>
            </a:r>
            <a:r>
              <a:rPr lang="en-US" sz="2800" smtClean="0"/>
              <a:t>System Design</a:t>
            </a:r>
          </a:p>
          <a:p>
            <a:pPr marL="990600" lvl="1" indent="-533400">
              <a:lnSpc>
                <a:spcPct val="90000"/>
              </a:lnSpc>
            </a:pPr>
            <a:r>
              <a:rPr lang="en-US" sz="2400" smtClean="0"/>
              <a:t>Logical Design</a:t>
            </a:r>
          </a:p>
          <a:p>
            <a:pPr marL="1371600" lvl="2" indent="-457200">
              <a:lnSpc>
                <a:spcPct val="90000"/>
              </a:lnSpc>
            </a:pPr>
            <a:r>
              <a:rPr lang="en-US" sz="2000" smtClean="0"/>
              <a:t>Concentrates on business aspects of the system</a:t>
            </a:r>
          </a:p>
          <a:p>
            <a:pPr marL="990600" lvl="1" indent="-533400">
              <a:lnSpc>
                <a:spcPct val="90000"/>
              </a:lnSpc>
            </a:pPr>
            <a:r>
              <a:rPr lang="en-US" sz="2400" smtClean="0"/>
              <a:t>Physical Design</a:t>
            </a:r>
          </a:p>
          <a:p>
            <a:pPr marL="1371600" lvl="2" indent="-457200">
              <a:lnSpc>
                <a:spcPct val="90000"/>
              </a:lnSpc>
            </a:pPr>
            <a:r>
              <a:rPr lang="en-US" sz="2000" smtClean="0"/>
              <a:t>Technical specifications</a:t>
            </a:r>
          </a:p>
          <a:p>
            <a:pPr marL="609600" indent="-609600">
              <a:lnSpc>
                <a:spcPct val="90000"/>
              </a:lnSpc>
              <a:buFont typeface="Wingdings 2" pitchFamily="18" charset="2"/>
              <a:buNone/>
            </a:pPr>
            <a:r>
              <a:rPr lang="en-US" sz="2800" smtClean="0">
                <a:solidFill>
                  <a:srgbClr val="FF388C"/>
                </a:solidFill>
              </a:rPr>
              <a:t>4.   </a:t>
            </a:r>
            <a:r>
              <a:rPr lang="en-US" sz="2800" smtClean="0"/>
              <a:t>System Implementation and Operation</a:t>
            </a:r>
          </a:p>
          <a:p>
            <a:pPr marL="990600" lvl="1" indent="-533400">
              <a:lnSpc>
                <a:spcPct val="90000"/>
              </a:lnSpc>
            </a:pPr>
            <a:r>
              <a:rPr lang="en-US" sz="2400" smtClean="0"/>
              <a:t>Implementation</a:t>
            </a:r>
          </a:p>
          <a:p>
            <a:pPr marL="1371600" lvl="2" indent="-457200">
              <a:lnSpc>
                <a:spcPct val="90000"/>
              </a:lnSpc>
            </a:pPr>
            <a:r>
              <a:rPr lang="en-US" sz="2000" smtClean="0"/>
              <a:t>Hardware and software installation</a:t>
            </a:r>
          </a:p>
          <a:p>
            <a:pPr marL="1371600" lvl="2" indent="-457200">
              <a:lnSpc>
                <a:spcPct val="90000"/>
              </a:lnSpc>
            </a:pPr>
            <a:r>
              <a:rPr lang="en-US" sz="2000" smtClean="0"/>
              <a:t>Programming</a:t>
            </a:r>
          </a:p>
          <a:p>
            <a:pPr marL="1371600" lvl="2" indent="-457200">
              <a:lnSpc>
                <a:spcPct val="90000"/>
              </a:lnSpc>
            </a:pPr>
            <a:r>
              <a:rPr lang="en-US" sz="2000" smtClean="0"/>
              <a:t>User Training</a:t>
            </a:r>
          </a:p>
          <a:p>
            <a:pPr marL="1371600" lvl="2" indent="-457200">
              <a:lnSpc>
                <a:spcPct val="90000"/>
              </a:lnSpc>
            </a:pPr>
            <a:r>
              <a:rPr lang="en-US" sz="2000" smtClean="0"/>
              <a:t>Documentation</a:t>
            </a:r>
          </a:p>
        </p:txBody>
      </p:sp>
      <p:sp>
        <p:nvSpPr>
          <p:cNvPr id="4198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27653"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10CB7F60-08B2-4D8E-AFC1-60F44D236263}" type="slidenum">
              <a:rPr lang="en-US" sz="1600">
                <a:solidFill>
                  <a:schemeClr val="tx1"/>
                </a:solidFill>
                <a:cs typeface="+mn-cs"/>
              </a:rPr>
              <a:pPr algn="ctr">
                <a:defRPr/>
              </a:pPr>
              <a:t>25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normAutofit fontScale="90000"/>
          </a:bodyPr>
          <a:lstStyle/>
          <a:p>
            <a:pPr marL="484632" fontAlgn="auto">
              <a:spcAft>
                <a:spcPts val="0"/>
              </a:spcAft>
              <a:defRPr/>
            </a:pPr>
            <a:r>
              <a:rPr lang="en-US" sz="3600" smtClean="0">
                <a:solidFill>
                  <a:schemeClr val="accent1">
                    <a:tint val="83000"/>
                    <a:satMod val="150000"/>
                  </a:schemeClr>
                </a:solidFill>
              </a:rPr>
              <a:t>Phases of the Systems Development Life Cycle (continued)</a:t>
            </a:r>
          </a:p>
        </p:txBody>
      </p:sp>
      <p:sp>
        <p:nvSpPr>
          <p:cNvPr id="43010" name="Rectangle 3" descr="Rectangle: Click to edit Master text styles&#10;Second level&#10;Third level&#10;Fourth level&#10;Fifth level"/>
          <p:cNvSpPr>
            <a:spLocks noGrp="1" noChangeArrowheads="1"/>
          </p:cNvSpPr>
          <p:nvPr>
            <p:ph idx="1"/>
          </p:nvPr>
        </p:nvSpPr>
        <p:spPr/>
        <p:txBody>
          <a:bodyPr/>
          <a:lstStyle/>
          <a:p>
            <a:r>
              <a:rPr lang="en-US" smtClean="0"/>
              <a:t>System Implementation and Operation (continued)</a:t>
            </a:r>
          </a:p>
          <a:p>
            <a:pPr lvl="2"/>
            <a:r>
              <a:rPr lang="en-US" smtClean="0"/>
              <a:t>System changed to reflect changing conditions</a:t>
            </a:r>
          </a:p>
          <a:p>
            <a:pPr lvl="2"/>
            <a:r>
              <a:rPr lang="en-US" smtClean="0"/>
              <a:t>System obsolescence</a:t>
            </a:r>
          </a:p>
          <a:p>
            <a:pPr>
              <a:buFont typeface="Wingdings" pitchFamily="2" charset="2"/>
              <a:buNone/>
            </a:pPr>
            <a:endParaRPr lang="en-US" smtClean="0"/>
          </a:p>
        </p:txBody>
      </p:sp>
      <p:sp>
        <p:nvSpPr>
          <p:cNvPr id="43011"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28677"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8675C7D5-6BFF-4D48-8A15-73E0923081C6}" type="slidenum">
              <a:rPr lang="en-US" sz="1600">
                <a:solidFill>
                  <a:schemeClr val="tx1"/>
                </a:solidFill>
                <a:cs typeface="+mn-cs"/>
              </a:rPr>
              <a:pPr algn="ctr">
                <a:defRPr/>
              </a:pPr>
              <a:t>26</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marL="484632" fontAlgn="auto">
              <a:spcAft>
                <a:spcPts val="0"/>
              </a:spcAft>
              <a:defRPr/>
            </a:pPr>
            <a:r>
              <a:rPr lang="en-US" smtClean="0">
                <a:solidFill>
                  <a:schemeClr val="accent1">
                    <a:tint val="83000"/>
                    <a:satMod val="150000"/>
                  </a:schemeClr>
                </a:solidFill>
              </a:rPr>
              <a:t>Alternative Approaches to Development</a:t>
            </a:r>
          </a:p>
        </p:txBody>
      </p:sp>
      <p:sp>
        <p:nvSpPr>
          <p:cNvPr id="44034" name="Rectangle 3" descr="Rectangle: Click to edit Master text styles&#10;Second level&#10;Third level&#10;Fourth level&#10;Fifth level"/>
          <p:cNvSpPr>
            <a:spLocks noGrp="1" noChangeArrowheads="1"/>
          </p:cNvSpPr>
          <p:nvPr>
            <p:ph idx="1"/>
          </p:nvPr>
        </p:nvSpPr>
        <p:spPr/>
        <p:txBody>
          <a:bodyPr/>
          <a:lstStyle/>
          <a:p>
            <a:r>
              <a:rPr lang="en-US" smtClean="0"/>
              <a:t>Prototyping</a:t>
            </a:r>
          </a:p>
          <a:p>
            <a:pPr lvl="1"/>
            <a:r>
              <a:rPr lang="en-US" smtClean="0"/>
              <a:t>Building a scaled-down working version of the system</a:t>
            </a:r>
          </a:p>
          <a:p>
            <a:pPr lvl="1"/>
            <a:r>
              <a:rPr lang="en-US" smtClean="0"/>
              <a:t>Advantages:</a:t>
            </a:r>
          </a:p>
          <a:p>
            <a:pPr lvl="2"/>
            <a:r>
              <a:rPr lang="en-US" smtClean="0"/>
              <a:t>Users are involved in design</a:t>
            </a:r>
          </a:p>
          <a:p>
            <a:pPr lvl="2"/>
            <a:r>
              <a:rPr lang="en-US" smtClean="0"/>
              <a:t>Captures requirements in concrete form</a:t>
            </a:r>
          </a:p>
          <a:p>
            <a:pPr>
              <a:buFont typeface="Wingdings" pitchFamily="2" charset="2"/>
              <a:buNone/>
            </a:pPr>
            <a:endParaRPr lang="en-US" smtClean="0"/>
          </a:p>
        </p:txBody>
      </p:sp>
      <p:sp>
        <p:nvSpPr>
          <p:cNvPr id="4403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29701"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5A3B42EA-BF3A-4B74-9AB5-553BD2BBBD58}" type="slidenum">
              <a:rPr lang="en-US" sz="1600">
                <a:solidFill>
                  <a:schemeClr val="tx1"/>
                </a:solidFill>
                <a:cs typeface="+mn-cs"/>
              </a:rPr>
              <a:pPr algn="ctr">
                <a:defRPr/>
              </a:pPr>
              <a:t>27</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marL="484632" fontAlgn="auto">
              <a:spcAft>
                <a:spcPts val="0"/>
              </a:spcAft>
              <a:defRPr/>
            </a:pPr>
            <a:r>
              <a:rPr lang="en-US" sz="4000" smtClean="0">
                <a:solidFill>
                  <a:schemeClr val="accent1">
                    <a:tint val="83000"/>
                    <a:satMod val="150000"/>
                  </a:schemeClr>
                </a:solidFill>
              </a:rPr>
              <a:t>Alternative Approaches to Development (continued)</a:t>
            </a:r>
          </a:p>
        </p:txBody>
      </p:sp>
      <p:sp>
        <p:nvSpPr>
          <p:cNvPr id="45058" name="Rectangle 3" descr="Rectangle: Click to edit Master text styles&#10;Second level&#10;Third level&#10;Fourth level&#10;Fifth level"/>
          <p:cNvSpPr>
            <a:spLocks noGrp="1" noChangeArrowheads="1"/>
          </p:cNvSpPr>
          <p:nvPr>
            <p:ph idx="1"/>
          </p:nvPr>
        </p:nvSpPr>
        <p:spPr/>
        <p:txBody>
          <a:bodyPr/>
          <a:lstStyle/>
          <a:p>
            <a:r>
              <a:rPr lang="en-US" smtClean="0"/>
              <a:t>Computer-Assisted Software Engineering (CASE) Tools</a:t>
            </a:r>
          </a:p>
          <a:p>
            <a:pPr lvl="1"/>
            <a:r>
              <a:rPr lang="en-US" smtClean="0"/>
              <a:t>Automated software tools used by systems analysts to develop information systems</a:t>
            </a:r>
          </a:p>
          <a:p>
            <a:pPr lvl="1"/>
            <a:r>
              <a:rPr lang="en-US" smtClean="0"/>
              <a:t>Can be used throughout SDLC</a:t>
            </a:r>
          </a:p>
          <a:p>
            <a:pPr lvl="1"/>
            <a:r>
              <a:rPr lang="en-US" smtClean="0"/>
              <a:t>Product and tool integration is provided through a repository</a:t>
            </a:r>
          </a:p>
          <a:p>
            <a:pPr>
              <a:buFont typeface="Wingdings" pitchFamily="2" charset="2"/>
              <a:buNone/>
            </a:pPr>
            <a:endParaRPr lang="en-US" smtClean="0"/>
          </a:p>
        </p:txBody>
      </p:sp>
      <p:sp>
        <p:nvSpPr>
          <p:cNvPr id="4505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30725"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B898BDDB-A55E-4DBB-9128-5731F7BC2258}" type="slidenum">
              <a:rPr lang="en-US" sz="1600">
                <a:solidFill>
                  <a:schemeClr val="tx1"/>
                </a:solidFill>
                <a:cs typeface="+mn-cs"/>
              </a:rPr>
              <a:pPr algn="ctr">
                <a:defRPr/>
              </a:pPr>
              <a:t>28</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marL="484632" fontAlgn="auto">
              <a:spcAft>
                <a:spcPts val="0"/>
              </a:spcAft>
              <a:defRPr/>
            </a:pPr>
            <a:r>
              <a:rPr lang="en-US" sz="4000" smtClean="0">
                <a:solidFill>
                  <a:schemeClr val="accent1">
                    <a:tint val="83000"/>
                    <a:satMod val="150000"/>
                  </a:schemeClr>
                </a:solidFill>
              </a:rPr>
              <a:t>Alternative Approaches to Development (continued)</a:t>
            </a:r>
          </a:p>
        </p:txBody>
      </p:sp>
      <p:sp>
        <p:nvSpPr>
          <p:cNvPr id="46082" name="Rectangle 3" descr="Rectangle: Click to edit Master text styles&#10;Second level&#10;Third level&#10;Fourth level&#10;Fifth level"/>
          <p:cNvSpPr>
            <a:spLocks noGrp="1" noChangeArrowheads="1"/>
          </p:cNvSpPr>
          <p:nvPr>
            <p:ph idx="1"/>
          </p:nvPr>
        </p:nvSpPr>
        <p:spPr/>
        <p:txBody>
          <a:bodyPr/>
          <a:lstStyle/>
          <a:p>
            <a:pPr lvl="1"/>
            <a:r>
              <a:rPr lang="en-US" smtClean="0"/>
              <a:t>General types of CASE tools</a:t>
            </a:r>
          </a:p>
          <a:p>
            <a:pPr lvl="2"/>
            <a:r>
              <a:rPr lang="en-US" smtClean="0"/>
              <a:t>Diagramming tools</a:t>
            </a:r>
          </a:p>
          <a:p>
            <a:pPr lvl="2"/>
            <a:r>
              <a:rPr lang="en-US" smtClean="0"/>
              <a:t>Computer display and report generators</a:t>
            </a:r>
          </a:p>
          <a:p>
            <a:pPr lvl="2"/>
            <a:r>
              <a:rPr lang="en-US" smtClean="0"/>
              <a:t>Analysis tools</a:t>
            </a:r>
          </a:p>
          <a:p>
            <a:pPr lvl="2"/>
            <a:r>
              <a:rPr lang="en-US" smtClean="0"/>
              <a:t>Repository</a:t>
            </a:r>
          </a:p>
          <a:p>
            <a:pPr lvl="2"/>
            <a:r>
              <a:rPr lang="en-US" smtClean="0"/>
              <a:t>Documentation generators</a:t>
            </a:r>
          </a:p>
          <a:p>
            <a:pPr lvl="2"/>
            <a:r>
              <a:rPr lang="en-US" smtClean="0"/>
              <a:t>Code generators</a:t>
            </a:r>
          </a:p>
        </p:txBody>
      </p:sp>
      <p:sp>
        <p:nvSpPr>
          <p:cNvPr id="4608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31749" name="Text Box 8"/>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4B2BA7DF-CD0C-4C7F-93B8-247658A8B2CB}" type="slidenum">
              <a:rPr lang="en-US" sz="1600">
                <a:solidFill>
                  <a:schemeClr val="tx1"/>
                </a:solidFill>
                <a:cs typeface="+mn-cs"/>
              </a:rPr>
              <a:pPr algn="ctr">
                <a:defRPr/>
              </a:pPr>
              <a:t>29</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pPr marL="484632" fontAlgn="auto">
              <a:spcAft>
                <a:spcPts val="0"/>
              </a:spcAft>
              <a:defRPr/>
            </a:pPr>
            <a:r>
              <a:rPr lang="en-US" sz="4000" smtClean="0">
                <a:solidFill>
                  <a:schemeClr val="accent1">
                    <a:tint val="83000"/>
                    <a:satMod val="150000"/>
                  </a:schemeClr>
                </a:solidFill>
              </a:rPr>
              <a:t>Alternative Approaches to Development (continued)</a:t>
            </a:r>
          </a:p>
        </p:txBody>
      </p:sp>
      <p:sp>
        <p:nvSpPr>
          <p:cNvPr id="47106" name="Rectangle 3" descr="Rectangle: Click to edit Master text styles&#10;Second level&#10;Third level&#10;Fourth level&#10;Fifth level"/>
          <p:cNvSpPr>
            <a:spLocks noGrp="1" noChangeArrowheads="1"/>
          </p:cNvSpPr>
          <p:nvPr>
            <p:ph idx="1"/>
          </p:nvPr>
        </p:nvSpPr>
        <p:spPr/>
        <p:txBody>
          <a:bodyPr/>
          <a:lstStyle/>
          <a:p>
            <a:pPr>
              <a:lnSpc>
                <a:spcPct val="90000"/>
              </a:lnSpc>
            </a:pPr>
            <a:r>
              <a:rPr lang="en-US" smtClean="0"/>
              <a:t>Joint Application Design (JAD)</a:t>
            </a:r>
          </a:p>
          <a:p>
            <a:pPr lvl="1">
              <a:lnSpc>
                <a:spcPct val="90000"/>
              </a:lnSpc>
            </a:pPr>
            <a:r>
              <a:rPr lang="en-US" smtClean="0"/>
              <a:t>Users, Managers and Analysts work together for several days</a:t>
            </a:r>
          </a:p>
          <a:p>
            <a:pPr lvl="1">
              <a:lnSpc>
                <a:spcPct val="90000"/>
              </a:lnSpc>
            </a:pPr>
            <a:r>
              <a:rPr lang="en-US" smtClean="0"/>
              <a:t>System requirements are reviewed</a:t>
            </a:r>
          </a:p>
          <a:p>
            <a:pPr lvl="1">
              <a:lnSpc>
                <a:spcPct val="90000"/>
              </a:lnSpc>
            </a:pPr>
            <a:r>
              <a:rPr lang="en-US" smtClean="0"/>
              <a:t>Structured meetings</a:t>
            </a:r>
          </a:p>
          <a:p>
            <a:pPr>
              <a:lnSpc>
                <a:spcPct val="90000"/>
              </a:lnSpc>
            </a:pPr>
            <a:r>
              <a:rPr lang="en-US" smtClean="0"/>
              <a:t>Rapid Application Development (RAD)</a:t>
            </a:r>
          </a:p>
          <a:p>
            <a:pPr lvl="1">
              <a:lnSpc>
                <a:spcPct val="90000"/>
              </a:lnSpc>
            </a:pPr>
            <a:r>
              <a:rPr lang="en-US" smtClean="0"/>
              <a:t>Utilizes prototyping to delay producing system design until after user requirements are clear</a:t>
            </a:r>
          </a:p>
          <a:p>
            <a:pPr lvl="1">
              <a:lnSpc>
                <a:spcPct val="90000"/>
              </a:lnSpc>
              <a:buFont typeface="Wingdings" pitchFamily="2" charset="2"/>
              <a:buNone/>
            </a:pPr>
            <a:endParaRPr lang="en-US" smtClean="0"/>
          </a:p>
        </p:txBody>
      </p:sp>
      <p:sp>
        <p:nvSpPr>
          <p:cNvPr id="4710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32773"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69744FE2-A95B-4895-9553-B8EC787BD4FB}" type="slidenum">
              <a:rPr lang="en-US" sz="1600">
                <a:solidFill>
                  <a:schemeClr val="tx1"/>
                </a:solidFill>
                <a:cs typeface="+mn-cs"/>
              </a:rPr>
              <a:pPr algn="ctr">
                <a:defRPr/>
              </a:pPr>
              <a:t>30</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Footer Placeholder 2"/>
          <p:cNvSpPr>
            <a:spLocks noGrp="1"/>
          </p:cNvSpPr>
          <p:nvPr>
            <p:ph type="ftr" sz="quarter" idx="11"/>
          </p:nvPr>
        </p:nvSpPr>
        <p:spPr bwMode="auto">
          <a:xfrm>
            <a:off x="457200" y="6481763"/>
            <a:ext cx="4953000" cy="301625"/>
          </a:xfrm>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33795" name="Text Box 2"/>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49318DB2-F15E-4CE1-BD99-F96193E03F64}" type="slidenum">
              <a:rPr lang="en-US" sz="1600">
                <a:solidFill>
                  <a:schemeClr val="tx1"/>
                </a:solidFill>
                <a:cs typeface="+mn-cs"/>
              </a:rPr>
              <a:pPr algn="ctr">
                <a:defRPr/>
              </a:pPr>
              <a:t>31</a:t>
            </a:fld>
            <a:endParaRPr lang="en-US" sz="1600">
              <a:solidFill>
                <a:schemeClr val="tx1"/>
              </a:solidFill>
              <a:cs typeface="+mn-cs"/>
            </a:endParaRPr>
          </a:p>
        </p:txBody>
      </p:sp>
      <p:pic>
        <p:nvPicPr>
          <p:cNvPr id="33796" name="Picture 5"/>
          <p:cNvPicPr>
            <a:picLocks noChangeAspect="1" noChangeArrowheads="1"/>
          </p:cNvPicPr>
          <p:nvPr/>
        </p:nvPicPr>
        <p:blipFill>
          <a:blip r:embed="rId2"/>
          <a:srcRect/>
          <a:stretch>
            <a:fillRect/>
          </a:stretch>
        </p:blipFill>
        <p:spPr bwMode="auto">
          <a:xfrm>
            <a:off x="609600" y="1600200"/>
            <a:ext cx="8105775" cy="3913188"/>
          </a:xfrm>
          <a:prstGeom prst="rect">
            <a:avLst/>
          </a:prstGeom>
          <a:noFill/>
          <a:ln>
            <a:noFill/>
          </a:ln>
          <a:effectLst>
            <a:outerShdw dist="45791" dir="2021404" algn="ctr" rotWithShape="0">
              <a:srgbClr val="9999FF"/>
            </a:outerShdw>
          </a:effectLst>
          <a:extLst/>
        </p:spPr>
      </p:pic>
    </p:spTree>
  </p:cSld>
  <p:clrMapOvr>
    <a:masterClrMapping/>
  </p:clrMapOvr>
  <p:transition>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pPr marL="484632" fontAlgn="auto">
              <a:spcAft>
                <a:spcPts val="0"/>
              </a:spcAft>
              <a:defRPr/>
            </a:pPr>
            <a:r>
              <a:rPr lang="en-US" sz="4000" smtClean="0">
                <a:solidFill>
                  <a:schemeClr val="accent1">
                    <a:tint val="83000"/>
                    <a:satMod val="150000"/>
                  </a:schemeClr>
                </a:solidFill>
              </a:rPr>
              <a:t>Approaches to Development (continued)</a:t>
            </a:r>
          </a:p>
        </p:txBody>
      </p:sp>
      <p:sp>
        <p:nvSpPr>
          <p:cNvPr id="49154" name="Rectangle 3" descr="Rectangle: Click to edit Master text styles&#10;Second level&#10;Third level&#10;Fourth level&#10;Fifth level"/>
          <p:cNvSpPr>
            <a:spLocks noGrp="1" noChangeArrowheads="1"/>
          </p:cNvSpPr>
          <p:nvPr>
            <p:ph idx="1"/>
          </p:nvPr>
        </p:nvSpPr>
        <p:spPr/>
        <p:txBody>
          <a:bodyPr/>
          <a:lstStyle/>
          <a:p>
            <a:pPr>
              <a:lnSpc>
                <a:spcPct val="90000"/>
              </a:lnSpc>
            </a:pPr>
            <a:r>
              <a:rPr lang="en-US" smtClean="0"/>
              <a:t>Participatory Design (PD)</a:t>
            </a:r>
          </a:p>
          <a:p>
            <a:pPr lvl="1">
              <a:lnSpc>
                <a:spcPct val="90000"/>
              </a:lnSpc>
            </a:pPr>
            <a:r>
              <a:rPr lang="en-US" smtClean="0"/>
              <a:t>Emphasizes role of the user</a:t>
            </a:r>
          </a:p>
          <a:p>
            <a:pPr lvl="1">
              <a:lnSpc>
                <a:spcPct val="90000"/>
              </a:lnSpc>
            </a:pPr>
            <a:r>
              <a:rPr lang="en-US" smtClean="0"/>
              <a:t>Entire user community can be involved in design</a:t>
            </a:r>
          </a:p>
          <a:p>
            <a:pPr>
              <a:lnSpc>
                <a:spcPct val="90000"/>
              </a:lnSpc>
            </a:pPr>
            <a:r>
              <a:rPr lang="en-US" smtClean="0"/>
              <a:t>Agile Methodologies</a:t>
            </a:r>
          </a:p>
          <a:p>
            <a:pPr lvl="1">
              <a:lnSpc>
                <a:spcPct val="90000"/>
              </a:lnSpc>
            </a:pPr>
            <a:r>
              <a:rPr lang="en-US" smtClean="0"/>
              <a:t>Focuses on </a:t>
            </a:r>
          </a:p>
          <a:p>
            <a:pPr lvl="2">
              <a:lnSpc>
                <a:spcPct val="90000"/>
              </a:lnSpc>
            </a:pPr>
            <a:r>
              <a:rPr lang="en-US" smtClean="0"/>
              <a:t>Adaptive methodologies</a:t>
            </a:r>
          </a:p>
          <a:p>
            <a:pPr lvl="2">
              <a:lnSpc>
                <a:spcPct val="90000"/>
              </a:lnSpc>
            </a:pPr>
            <a:r>
              <a:rPr lang="en-US" smtClean="0"/>
              <a:t>People instead of roles</a:t>
            </a:r>
          </a:p>
          <a:p>
            <a:pPr lvl="2">
              <a:lnSpc>
                <a:spcPct val="90000"/>
              </a:lnSpc>
            </a:pPr>
            <a:r>
              <a:rPr lang="en-US" smtClean="0"/>
              <a:t>Self-adaptive development process</a:t>
            </a:r>
          </a:p>
          <a:p>
            <a:pPr lvl="1">
              <a:lnSpc>
                <a:spcPct val="90000"/>
              </a:lnSpc>
            </a:pPr>
            <a:endParaRPr lang="en-US" smtClean="0"/>
          </a:p>
        </p:txBody>
      </p:sp>
      <p:sp>
        <p:nvSpPr>
          <p:cNvPr id="49155"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34821"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F042D6A6-E7BC-4347-9F99-8EC3209C2111}" type="slidenum">
              <a:rPr lang="en-US" sz="1600">
                <a:solidFill>
                  <a:schemeClr val="tx1"/>
                </a:solidFill>
                <a:cs typeface="+mn-cs"/>
              </a:rPr>
              <a:pPr algn="ctr">
                <a:defRPr/>
              </a:pPr>
              <a:t>32</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pPr marL="484632" fontAlgn="auto">
              <a:spcAft>
                <a:spcPts val="0"/>
              </a:spcAft>
              <a:defRPr/>
            </a:pPr>
            <a:r>
              <a:rPr lang="en-US" smtClean="0">
                <a:solidFill>
                  <a:schemeClr val="accent1">
                    <a:tint val="83000"/>
                    <a:satMod val="150000"/>
                  </a:schemeClr>
                </a:solidFill>
              </a:rPr>
              <a:t>Summary</a:t>
            </a:r>
          </a:p>
        </p:txBody>
      </p:sp>
      <p:sp>
        <p:nvSpPr>
          <p:cNvPr id="50178" name="Rectangle 3" descr="Rectangle: Click to edit Master text styles&#10;Second level&#10;Third level&#10;Fourth level&#10;Fifth level"/>
          <p:cNvSpPr>
            <a:spLocks noGrp="1" noChangeArrowheads="1"/>
          </p:cNvSpPr>
          <p:nvPr>
            <p:ph idx="1"/>
          </p:nvPr>
        </p:nvSpPr>
        <p:spPr/>
        <p:txBody>
          <a:bodyPr/>
          <a:lstStyle/>
          <a:p>
            <a:r>
              <a:rPr lang="en-US" smtClean="0"/>
              <a:t>Information systems analysis and design</a:t>
            </a:r>
          </a:p>
          <a:p>
            <a:pPr lvl="1"/>
            <a:r>
              <a:rPr lang="en-US" smtClean="0"/>
              <a:t>Process of developing and maintaining an information system</a:t>
            </a:r>
          </a:p>
          <a:p>
            <a:r>
              <a:rPr lang="en-US" smtClean="0"/>
              <a:t>Modern approach to systems analysis</a:t>
            </a:r>
          </a:p>
          <a:p>
            <a:pPr lvl="1"/>
            <a:r>
              <a:rPr lang="en-US" smtClean="0"/>
              <a:t>Process-oriented</a:t>
            </a:r>
          </a:p>
          <a:p>
            <a:pPr lvl="1"/>
            <a:r>
              <a:rPr lang="en-US" smtClean="0"/>
              <a:t>Data-oriented</a:t>
            </a:r>
          </a:p>
          <a:p>
            <a:pPr lvl="1">
              <a:buFont typeface="Wingdings" pitchFamily="2" charset="2"/>
              <a:buNone/>
            </a:pPr>
            <a:endParaRPr lang="en-US" smtClean="0"/>
          </a:p>
        </p:txBody>
      </p:sp>
      <p:sp>
        <p:nvSpPr>
          <p:cNvPr id="50179"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35845"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16BC9181-3213-4A12-9523-5272C2C4A994}" type="slidenum">
              <a:rPr lang="en-US" sz="1600">
                <a:solidFill>
                  <a:schemeClr val="tx1"/>
                </a:solidFill>
                <a:cs typeface="+mn-cs"/>
              </a:rPr>
              <a:pPr algn="ctr">
                <a:defRPr/>
              </a:pPr>
              <a:t>33</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pPr marL="484632" fontAlgn="auto">
              <a:spcAft>
                <a:spcPts val="0"/>
              </a:spcAft>
              <a:defRPr/>
            </a:pPr>
            <a:r>
              <a:rPr lang="en-US" smtClean="0">
                <a:solidFill>
                  <a:schemeClr val="accent1">
                    <a:tint val="83000"/>
                    <a:satMod val="150000"/>
                  </a:schemeClr>
                </a:solidFill>
              </a:rPr>
              <a:t>Summary (continued)</a:t>
            </a:r>
          </a:p>
        </p:txBody>
      </p:sp>
      <p:sp>
        <p:nvSpPr>
          <p:cNvPr id="39940" name="Rectangle 3" descr="Rectangle: Click to edit Master text styles&#10;Second level&#10;Third level&#10;Fourth level&#10;Fifth level"/>
          <p:cNvSpPr>
            <a:spLocks noGrp="1" noChangeArrowheads="1"/>
          </p:cNvSpPr>
          <p:nvPr>
            <p:ph idx="1"/>
          </p:nvPr>
        </p:nvSpPr>
        <p:spPr/>
        <p:txBody>
          <a:bodyPr>
            <a:normAutofit/>
          </a:bodyPr>
          <a:lstStyle/>
          <a:p>
            <a:pPr marL="448056" indent="-384048" fontAlgn="auto">
              <a:spcAft>
                <a:spcPts val="0"/>
              </a:spcAft>
              <a:buFont typeface="Wingdings 2"/>
              <a:buChar char=""/>
              <a:defRPr/>
            </a:pPr>
            <a:r>
              <a:rPr lang="en-US" dirty="0" smtClean="0"/>
              <a:t>Role of Systems Analyst</a:t>
            </a:r>
          </a:p>
          <a:p>
            <a:pPr marL="448056" indent="-384048" fontAlgn="auto">
              <a:lnSpc>
                <a:spcPct val="90000"/>
              </a:lnSpc>
              <a:spcAft>
                <a:spcPts val="0"/>
              </a:spcAft>
              <a:buFont typeface="Wingdings 2"/>
              <a:buChar char=""/>
              <a:defRPr/>
            </a:pPr>
            <a:r>
              <a:rPr lang="en-US" sz="2800" dirty="0" smtClean="0"/>
              <a:t>Systems Development Life Cycle (SDLC)</a:t>
            </a:r>
          </a:p>
          <a:p>
            <a:pPr marL="822960" lvl="1" fontAlgn="auto">
              <a:lnSpc>
                <a:spcPct val="90000"/>
              </a:lnSpc>
              <a:spcAft>
                <a:spcPts val="0"/>
              </a:spcAft>
              <a:buFont typeface="Verdana"/>
              <a:buChar char="›"/>
              <a:defRPr/>
            </a:pPr>
            <a:r>
              <a:rPr lang="en-US" sz="2400" dirty="0" smtClean="0"/>
              <a:t>Systems Planning and Selection</a:t>
            </a:r>
          </a:p>
          <a:p>
            <a:pPr marL="822960" lvl="1" fontAlgn="auto">
              <a:lnSpc>
                <a:spcPct val="90000"/>
              </a:lnSpc>
              <a:spcAft>
                <a:spcPts val="0"/>
              </a:spcAft>
              <a:buFont typeface="Verdana"/>
              <a:buChar char="›"/>
              <a:defRPr/>
            </a:pPr>
            <a:r>
              <a:rPr lang="en-US" sz="2400" dirty="0" smtClean="0"/>
              <a:t>Systems Analysis</a:t>
            </a:r>
          </a:p>
          <a:p>
            <a:pPr marL="822960" lvl="1" fontAlgn="auto">
              <a:lnSpc>
                <a:spcPct val="90000"/>
              </a:lnSpc>
              <a:spcAft>
                <a:spcPts val="0"/>
              </a:spcAft>
              <a:buFont typeface="Verdana"/>
              <a:buChar char="›"/>
              <a:defRPr/>
            </a:pPr>
            <a:r>
              <a:rPr lang="en-US" sz="2400" dirty="0" smtClean="0"/>
              <a:t>Systems Design</a:t>
            </a:r>
          </a:p>
          <a:p>
            <a:pPr marL="822960" lvl="1" fontAlgn="auto">
              <a:lnSpc>
                <a:spcPct val="90000"/>
              </a:lnSpc>
              <a:spcAft>
                <a:spcPts val="0"/>
              </a:spcAft>
              <a:buFont typeface="Verdana"/>
              <a:buChar char="›"/>
              <a:defRPr/>
            </a:pPr>
            <a:r>
              <a:rPr lang="en-US" sz="2400" dirty="0" smtClean="0"/>
              <a:t>Systems Implementation</a:t>
            </a:r>
          </a:p>
          <a:p>
            <a:pPr marL="0" indent="0" fontAlgn="auto">
              <a:spcAft>
                <a:spcPts val="0"/>
              </a:spcAft>
              <a:buFont typeface="Wingdings" pitchFamily="2" charset="2"/>
              <a:buNone/>
              <a:defRPr/>
            </a:pPr>
            <a:endParaRPr lang="en-US" dirty="0" smtClean="0"/>
          </a:p>
        </p:txBody>
      </p:sp>
      <p:sp>
        <p:nvSpPr>
          <p:cNvPr id="51203"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36869"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ED9A497B-97EE-4501-860D-FEADFA61C6F2}" type="slidenum">
              <a:rPr lang="en-US" sz="1600">
                <a:solidFill>
                  <a:schemeClr val="tx1"/>
                </a:solidFill>
                <a:cs typeface="+mn-cs"/>
              </a:rPr>
              <a:pPr algn="ctr">
                <a:defRPr/>
              </a:pPr>
              <a:t>34</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marL="484632" fontAlgn="auto">
              <a:spcAft>
                <a:spcPts val="0"/>
              </a:spcAft>
              <a:defRPr/>
            </a:pPr>
            <a:r>
              <a:rPr lang="en-US" smtClean="0">
                <a:solidFill>
                  <a:schemeClr val="accent1">
                    <a:tint val="83000"/>
                    <a:satMod val="150000"/>
                  </a:schemeClr>
                </a:solidFill>
              </a:rPr>
              <a:t>Summary (continued)</a:t>
            </a:r>
          </a:p>
        </p:txBody>
      </p:sp>
      <p:sp>
        <p:nvSpPr>
          <p:cNvPr id="52226" name="Rectangle 3" descr="Rectangle: Click to edit Master text styles&#10;Second level&#10;Third level&#10;Fourth level&#10;Fifth level"/>
          <p:cNvSpPr>
            <a:spLocks noGrp="1" noChangeArrowheads="1"/>
          </p:cNvSpPr>
          <p:nvPr>
            <p:ph idx="1"/>
          </p:nvPr>
        </p:nvSpPr>
        <p:spPr/>
        <p:txBody>
          <a:bodyPr/>
          <a:lstStyle/>
          <a:p>
            <a:pPr>
              <a:lnSpc>
                <a:spcPct val="90000"/>
              </a:lnSpc>
            </a:pPr>
            <a:r>
              <a:rPr lang="en-US" sz="2800" smtClean="0"/>
              <a:t>Alternatives to Systems Development Life Cycle</a:t>
            </a:r>
          </a:p>
          <a:p>
            <a:pPr lvl="1">
              <a:lnSpc>
                <a:spcPct val="90000"/>
              </a:lnSpc>
            </a:pPr>
            <a:r>
              <a:rPr lang="en-US" sz="2400" smtClean="0"/>
              <a:t>Prototyping</a:t>
            </a:r>
          </a:p>
          <a:p>
            <a:pPr lvl="1">
              <a:lnSpc>
                <a:spcPct val="90000"/>
              </a:lnSpc>
            </a:pPr>
            <a:r>
              <a:rPr lang="en-US" sz="2400" smtClean="0"/>
              <a:t>Rapid Application Development (RAD)</a:t>
            </a:r>
          </a:p>
          <a:p>
            <a:pPr lvl="1">
              <a:lnSpc>
                <a:spcPct val="90000"/>
              </a:lnSpc>
            </a:pPr>
            <a:r>
              <a:rPr lang="en-US" sz="2400" smtClean="0"/>
              <a:t>CASE</a:t>
            </a:r>
          </a:p>
          <a:p>
            <a:pPr lvl="1"/>
            <a:r>
              <a:rPr lang="en-US" sz="2400" smtClean="0"/>
              <a:t>Joint Application Design (JAD)</a:t>
            </a:r>
          </a:p>
          <a:p>
            <a:pPr lvl="1"/>
            <a:r>
              <a:rPr lang="en-US" sz="2400" smtClean="0"/>
              <a:t>Participatory Design (PD)</a:t>
            </a:r>
          </a:p>
          <a:p>
            <a:pPr lvl="1"/>
            <a:r>
              <a:rPr lang="en-US" sz="2400" smtClean="0"/>
              <a:t>Agile Methodologies</a:t>
            </a:r>
          </a:p>
          <a:p>
            <a:pPr lvl="1">
              <a:lnSpc>
                <a:spcPct val="90000"/>
              </a:lnSpc>
            </a:pPr>
            <a:endParaRPr lang="en-US" sz="2400" smtClean="0"/>
          </a:p>
        </p:txBody>
      </p:sp>
      <p:sp>
        <p:nvSpPr>
          <p:cNvPr id="52227" name="Footer Placeholder 4"/>
          <p:cNvSpPr>
            <a:spLocks noGrp="1"/>
          </p:cNvSpPr>
          <p:nvPr>
            <p:ph type="ftr" sz="quarter" idx="11"/>
          </p:nvPr>
        </p:nvSpPr>
        <p:spPr bwMode="auto">
          <a:noFill/>
          <a:ln>
            <a:miter lim="800000"/>
            <a:headEnd/>
            <a:tailEnd/>
          </a:ln>
        </p:spPr>
        <p:txBody>
          <a:bodyPr wrap="square" lIns="91440" tIns="45720" rIns="91440" bIns="45720" numCol="1" anchorCtr="0" compatLnSpc="1">
            <a:prstTxWarp prst="textNoShape">
              <a:avLst/>
            </a:prstTxWarp>
          </a:bodyPr>
          <a:lstStyle/>
          <a:p>
            <a:r>
              <a:rPr lang="en-US" sz="1200" smtClean="0">
                <a:cs typeface="Arial" charset="0"/>
              </a:rPr>
              <a:t>Copyright © 2015 Pearson Education, Inc. Publishing as Prentice Hall</a:t>
            </a:r>
            <a:endParaRPr lang="en-US" sz="1200">
              <a:cs typeface="Arial" charset="0"/>
            </a:endParaRPr>
          </a:p>
        </p:txBody>
      </p:sp>
      <p:sp>
        <p:nvSpPr>
          <p:cNvPr id="37893" name="Text Box 4"/>
          <p:cNvSpPr txBox="1">
            <a:spLocks noChangeArrowheads="1"/>
          </p:cNvSpPr>
          <p:nvPr/>
        </p:nvSpPr>
        <p:spPr bwMode="auto">
          <a:xfrm>
            <a:off x="228600" y="6172200"/>
            <a:ext cx="609600" cy="336550"/>
          </a:xfrm>
          <a:prstGeom prst="rect">
            <a:avLst/>
          </a:prstGeom>
          <a:noFill/>
          <a:ln>
            <a:noFill/>
          </a:ln>
          <a:effectLst>
            <a:outerShdw dist="45791" dir="2021404" algn="ctr" rotWithShape="0">
              <a:srgbClr val="9999FF"/>
            </a:outerShdw>
          </a:effectLst>
          <a:extLst/>
        </p:spPr>
        <p:txBody>
          <a:bodyPr>
            <a:spAutoFit/>
          </a:bodyPr>
          <a:lstStyle>
            <a:lvl1pPr eaLnBrk="0" hangingPunct="0">
              <a:defRPr sz="4400">
                <a:solidFill>
                  <a:schemeClr val="tx2"/>
                </a:solidFill>
                <a:latin typeface="Arial" charset="0"/>
              </a:defRPr>
            </a:lvl1pPr>
            <a:lvl2pPr marL="742950" indent="-285750" eaLnBrk="0" hangingPunct="0">
              <a:defRPr sz="4400">
                <a:solidFill>
                  <a:schemeClr val="tx2"/>
                </a:solidFill>
                <a:latin typeface="Arial" charset="0"/>
              </a:defRPr>
            </a:lvl2pPr>
            <a:lvl3pPr marL="1143000" indent="-228600" eaLnBrk="0" hangingPunct="0">
              <a:defRPr sz="4400">
                <a:solidFill>
                  <a:schemeClr val="tx2"/>
                </a:solidFill>
                <a:latin typeface="Arial" charset="0"/>
              </a:defRPr>
            </a:lvl3pPr>
            <a:lvl4pPr marL="1600200" indent="-228600" eaLnBrk="0" hangingPunct="0">
              <a:defRPr sz="4400">
                <a:solidFill>
                  <a:schemeClr val="tx2"/>
                </a:solidFill>
                <a:latin typeface="Arial" charset="0"/>
              </a:defRPr>
            </a:lvl4pPr>
            <a:lvl5pPr marL="2057400" indent="-228600" eaLnBrk="0" hangingPunct="0">
              <a:defRPr sz="4400">
                <a:solidFill>
                  <a:schemeClr val="tx2"/>
                </a:solidFill>
                <a:latin typeface="Arial" charset="0"/>
              </a:defRPr>
            </a:lvl5pPr>
            <a:lvl6pPr marL="2514600" indent="-228600" algn="ctr" eaLnBrk="0" fontAlgn="base" hangingPunct="0">
              <a:spcBef>
                <a:spcPct val="0"/>
              </a:spcBef>
              <a:spcAft>
                <a:spcPct val="0"/>
              </a:spcAft>
              <a:defRPr sz="4400">
                <a:solidFill>
                  <a:schemeClr val="tx2"/>
                </a:solidFill>
                <a:latin typeface="Arial" charset="0"/>
              </a:defRPr>
            </a:lvl6pPr>
            <a:lvl7pPr marL="2971800" indent="-228600" algn="ctr" eaLnBrk="0" fontAlgn="base" hangingPunct="0">
              <a:spcBef>
                <a:spcPct val="0"/>
              </a:spcBef>
              <a:spcAft>
                <a:spcPct val="0"/>
              </a:spcAft>
              <a:defRPr sz="4400">
                <a:solidFill>
                  <a:schemeClr val="tx2"/>
                </a:solidFill>
                <a:latin typeface="Arial" charset="0"/>
              </a:defRPr>
            </a:lvl7pPr>
            <a:lvl8pPr marL="3429000" indent="-228600" algn="ctr" eaLnBrk="0" fontAlgn="base" hangingPunct="0">
              <a:spcBef>
                <a:spcPct val="0"/>
              </a:spcBef>
              <a:spcAft>
                <a:spcPct val="0"/>
              </a:spcAft>
              <a:defRPr sz="4400">
                <a:solidFill>
                  <a:schemeClr val="tx2"/>
                </a:solidFill>
                <a:latin typeface="Arial" charset="0"/>
              </a:defRPr>
            </a:lvl8pPr>
            <a:lvl9pPr marL="3886200" indent="-228600" algn="ctr" eaLnBrk="0" fontAlgn="base" hangingPunct="0">
              <a:spcBef>
                <a:spcPct val="0"/>
              </a:spcBef>
              <a:spcAft>
                <a:spcPct val="0"/>
              </a:spcAft>
              <a:defRPr sz="4400">
                <a:solidFill>
                  <a:schemeClr val="tx2"/>
                </a:solidFill>
                <a:latin typeface="Arial" charset="0"/>
              </a:defRPr>
            </a:lvl9pPr>
          </a:lstStyle>
          <a:p>
            <a:pPr algn="ctr">
              <a:defRPr/>
            </a:pPr>
            <a:r>
              <a:rPr lang="en-US" sz="1600">
                <a:solidFill>
                  <a:schemeClr val="tx1"/>
                </a:solidFill>
                <a:cs typeface="+mn-cs"/>
              </a:rPr>
              <a:t>1.</a:t>
            </a:r>
            <a:fld id="{2DE2AAF9-429D-4A4A-A482-EC63191C6CC5}" type="slidenum">
              <a:rPr lang="en-US" sz="1600">
                <a:solidFill>
                  <a:schemeClr val="tx1"/>
                </a:solidFill>
                <a:cs typeface="+mn-cs"/>
              </a:rPr>
              <a:pPr algn="ctr">
                <a:defRPr/>
              </a:pPr>
              <a:t>35</a:t>
            </a:fld>
            <a:endParaRPr lang="en-US" sz="1600">
              <a:solidFill>
                <a:schemeClr val="tx1"/>
              </a:solidFill>
              <a:cs typeface="+mn-cs"/>
            </a:endParaRPr>
          </a:p>
        </p:txBody>
      </p:sp>
    </p:spTree>
  </p:cSld>
  <p:clrMapOvr>
    <a:masterClrMapping/>
  </p:clrMapOvr>
  <p:transition>
    <p:zo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6"/>
          <p:cNvSpPr txBox="1">
            <a:spLocks noGrp="1" noChangeArrowheads="1"/>
          </p:cNvSpPr>
          <p:nvPr/>
        </p:nvSpPr>
        <p:spPr bwMode="auto">
          <a:xfrm>
            <a:off x="6553200" y="6245225"/>
            <a:ext cx="2133600" cy="476250"/>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defRPr/>
            </a:pPr>
            <a:endParaRPr lang="en-US" sz="1400" smtClean="0">
              <a:solidFill>
                <a:srgbClr val="000000"/>
              </a:solidFill>
              <a:effectLst>
                <a:outerShdw blurRad="38100" dist="38100" dir="2700000" algn="tl">
                  <a:srgbClr val="C0C0C0"/>
                </a:outerShdw>
              </a:effectLst>
            </a:endParaRPr>
          </a:p>
        </p:txBody>
      </p:sp>
      <p:pic>
        <p:nvPicPr>
          <p:cNvPr id="61443" name="Picture 3" descr="cid:3287383400_2177562"/>
          <p:cNvPicPr>
            <a:picLocks noChangeAspect="1" noChangeArrowheads="1"/>
          </p:cNvPicPr>
          <p:nvPr/>
        </p:nvPicPr>
        <p:blipFill>
          <a:blip r:embed="rId3" r:link="rId4"/>
          <a:srcRect/>
          <a:stretch>
            <a:fillRect/>
          </a:stretch>
        </p:blipFill>
        <p:spPr bwMode="auto">
          <a:xfrm>
            <a:off x="838200" y="1446213"/>
            <a:ext cx="7242175" cy="2363787"/>
          </a:xfrm>
          <a:prstGeom prst="rect">
            <a:avLst/>
          </a:prstGeom>
          <a:solidFill>
            <a:schemeClr val="hlink"/>
          </a:solidFill>
          <a:ln w="9525">
            <a:solidFill>
              <a:schemeClr val="bg1"/>
            </a:solidFill>
            <a:miter lim="800000"/>
            <a:headEnd/>
            <a:tailEnd/>
          </a:ln>
        </p:spPr>
      </p:pic>
      <p:sp>
        <p:nvSpPr>
          <p:cNvPr id="61444" name="Rectangle 4"/>
          <p:cNvSpPr>
            <a:spLocks noChangeArrowheads="1"/>
          </p:cNvSpPr>
          <p:nvPr/>
        </p:nvSpPr>
        <p:spPr bwMode="auto">
          <a:xfrm>
            <a:off x="685800" y="4187825"/>
            <a:ext cx="7589838" cy="1069975"/>
          </a:xfrm>
          <a:prstGeom prst="rect">
            <a:avLst/>
          </a:prstGeom>
          <a:noFill/>
          <a:ln w="25400">
            <a:noFill/>
            <a:miter lim="800000"/>
            <a:headEnd/>
            <a:tailEnd/>
          </a:ln>
        </p:spPr>
        <p:txBody>
          <a:bodyPr anchor="ctr">
            <a:spAutoFit/>
          </a:bodyPr>
          <a:lstStyle/>
          <a:p>
            <a:pPr algn="ctr"/>
            <a:r>
              <a:rPr lang="en-US" sz="1600" dirty="0">
                <a:solidFill>
                  <a:srgbClr val="000000"/>
                </a:solidFill>
                <a:cs typeface="Times New Roman" pitchFamily="18" charset="0"/>
              </a:rPr>
              <a:t>All rights reserved. No part of this publication may be reproduced, stored in a retrieval system, or transmitted, in any form or by any means, electronic, mechanical, photocopying, recording, or otherwise, without the prior written permission of the publisher. Printed in the United States of America.</a:t>
            </a:r>
          </a:p>
        </p:txBody>
      </p:sp>
      <p:sp>
        <p:nvSpPr>
          <p:cNvPr id="5" name="Rectangle 5"/>
          <p:cNvSpPr txBox="1">
            <a:spLocks noGrp="1" noChangeArrowheads="1"/>
          </p:cNvSpPr>
          <p:nvPr/>
        </p:nvSpPr>
        <p:spPr bwMode="auto">
          <a:xfrm>
            <a:off x="762000" y="6069013"/>
            <a:ext cx="7845425" cy="636587"/>
          </a:xfrm>
          <a:prstGeom prst="rect">
            <a:avLst/>
          </a:prstGeom>
          <a:noFill/>
          <a:ln>
            <a:miter lim="800000"/>
            <a:headEnd/>
            <a:tailEnd/>
          </a:ln>
        </p:spPr>
        <p:txBody>
          <a:bodyPr anchor="b"/>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defRPr/>
            </a:pPr>
            <a:r>
              <a:rPr lang="en-US" sz="1800" dirty="0" smtClean="0">
                <a:solidFill>
                  <a:srgbClr val="000000"/>
                </a:solidFill>
                <a:effectLst>
                  <a:outerShdw blurRad="38100" dist="38100" dir="2700000" algn="tl">
                    <a:srgbClr val="C0C0C0"/>
                  </a:outerShdw>
                </a:effectLst>
                <a:latin typeface="Tahoma" charset="0"/>
              </a:rPr>
              <a:t>Copyright © 2015 Pearson Education, Inc.  </a:t>
            </a:r>
          </a:p>
          <a:p>
            <a:pPr algn="ctr" eaLnBrk="1" hangingPunct="1">
              <a:defRPr/>
            </a:pPr>
            <a:r>
              <a:rPr lang="en-US" sz="1800" dirty="0" smtClean="0">
                <a:solidFill>
                  <a:srgbClr val="000000"/>
                </a:solidFill>
                <a:effectLst>
                  <a:outerShdw blurRad="38100" dist="38100" dir="2700000" algn="tl">
                    <a:srgbClr val="C0C0C0"/>
                  </a:outerShdw>
                </a:effectLst>
                <a:latin typeface="Tahoma" charset="0"/>
              </a:rPr>
              <a:t>Publishing as Prentice Hall</a:t>
            </a:r>
            <a:endParaRPr lang="en-US" sz="1800" dirty="0" smtClean="0">
              <a:solidFill>
                <a:srgbClr val="000000"/>
              </a:solidFill>
              <a:effectLst>
                <a:outerShdw blurRad="38100" dist="38100" dir="2700000" algn="tl">
                  <a:srgbClr val="C0C0C0"/>
                </a:outerShdw>
              </a:effectLst>
            </a:endParaRPr>
          </a:p>
        </p:txBody>
      </p:sp>
      <p:sp>
        <p:nvSpPr>
          <p:cNvPr id="2" name="Footer Placeholder 1"/>
          <p:cNvSpPr>
            <a:spLocks noGrp="1"/>
          </p:cNvSpPr>
          <p:nvPr>
            <p:ph type="ftr" sz="quarter" idx="11"/>
          </p:nvPr>
        </p:nvSpPr>
        <p:spPr/>
        <p:txBody>
          <a:bodyPr/>
          <a:lstStyle/>
          <a:p>
            <a:pPr>
              <a:defRPr/>
            </a:pPr>
            <a:r>
              <a:rPr lang="en-US" smtClean="0"/>
              <a:t>Copyright © 2015 Pearson Education, Inc. Publishing as Prentice Hall</a:t>
            </a:r>
            <a:endParaRPr lang="en-US" dirty="0"/>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12072</TotalTime>
  <Words>1602</Words>
  <Application>Microsoft Office PowerPoint</Application>
  <PresentationFormat>On-screen Show (4:3)</PresentationFormat>
  <Paragraphs>263</Paragraphs>
  <Slides>36</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vt:lpstr>
      <vt:lpstr>Century Gothic</vt:lpstr>
      <vt:lpstr>Tahoma</vt:lpstr>
      <vt:lpstr>Times New Roman</vt:lpstr>
      <vt:lpstr>Verdana</vt:lpstr>
      <vt:lpstr>Wingdings</vt:lpstr>
      <vt:lpstr>Wingdings 2</vt:lpstr>
      <vt:lpstr>Verve</vt:lpstr>
      <vt:lpstr>Essentials of Systems Analysis and Design Sixth Edition  Joseph S. Valacich Joey F. George Jeffrey A. Hoffer  </vt:lpstr>
      <vt:lpstr>Learning Objectives</vt:lpstr>
      <vt:lpstr>Learning Objectives (continued)</vt:lpstr>
      <vt:lpstr>Chapter Preview</vt:lpstr>
      <vt:lpstr>What is Information Systems Analysis and Design?</vt:lpstr>
      <vt:lpstr>What is Information Systems Analysis and Design? (continued)</vt:lpstr>
      <vt:lpstr>PowerPoint Presentation</vt:lpstr>
      <vt:lpstr>Systems Analysis and Design: Core Concepts</vt:lpstr>
      <vt:lpstr>Systems Analysis and Design: Core Concepts (continued)</vt:lpstr>
      <vt:lpstr>PowerPoint Presentation</vt:lpstr>
      <vt:lpstr>Software Engineering Process</vt:lpstr>
      <vt:lpstr>PowerPoint Presentation</vt:lpstr>
      <vt:lpstr>System</vt:lpstr>
      <vt:lpstr>Characteristics of a System</vt:lpstr>
      <vt:lpstr>PowerPoint Presentation</vt:lpstr>
      <vt:lpstr>Important System Concepts</vt:lpstr>
      <vt:lpstr>PowerPoint Presentation</vt:lpstr>
      <vt:lpstr>Important System Concepts (continued)</vt:lpstr>
      <vt:lpstr>A Modern Approach to Systems Analysis and Design</vt:lpstr>
      <vt:lpstr>Your Role in Systems Development</vt:lpstr>
      <vt:lpstr>Developing Information Systems and the Systems Development Life Cycle</vt:lpstr>
      <vt:lpstr>Developing Information Systems and the Systems Development Life Cycle (continued)</vt:lpstr>
      <vt:lpstr>Developing Information Systems and the Systems Development Life Cycle (continued)</vt:lpstr>
      <vt:lpstr>Phases of the Systems Development Life Cycle</vt:lpstr>
      <vt:lpstr>Phases of the Systems Development Life Cycle (continued)</vt:lpstr>
      <vt:lpstr>Phases of the Systems Development Life Cycle (continued)</vt:lpstr>
      <vt:lpstr>Alternative Approaches to Development</vt:lpstr>
      <vt:lpstr>Alternative Approaches to Development (continued)</vt:lpstr>
      <vt:lpstr>Alternative Approaches to Development (continued)</vt:lpstr>
      <vt:lpstr>Alternative Approaches to Development (continued)</vt:lpstr>
      <vt:lpstr>PowerPoint Presentation</vt:lpstr>
      <vt:lpstr>Approaches to Development (continued)</vt:lpstr>
      <vt:lpstr>Summary</vt:lpstr>
      <vt:lpstr>Summary (continued)</vt:lpstr>
      <vt:lpstr>Summary (continued)</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John Russo</dc:creator>
  <cp:lastModifiedBy>Kim Norbuta</cp:lastModifiedBy>
  <cp:revision>86</cp:revision>
  <cp:lastPrinted>1601-01-01T00:00:00Z</cp:lastPrinted>
  <dcterms:created xsi:type="dcterms:W3CDTF">2011-07-25T16:15:49Z</dcterms:created>
  <dcterms:modified xsi:type="dcterms:W3CDTF">2014-10-24T03:14:10Z</dcterms:modified>
</cp:coreProperties>
</file>